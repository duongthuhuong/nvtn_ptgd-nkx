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  <p:sldMasterId id="2147483727" r:id="rId2"/>
    <p:sldMasterId id="2147483759" r:id="rId3"/>
  </p:sldMasterIdLst>
  <p:notesMasterIdLst>
    <p:notesMasterId r:id="rId19"/>
  </p:notesMasterIdLst>
  <p:sldIdLst>
    <p:sldId id="2147481381" r:id="rId4"/>
    <p:sldId id="267" r:id="rId5"/>
    <p:sldId id="2147481421" r:id="rId6"/>
    <p:sldId id="7928" r:id="rId7"/>
    <p:sldId id="2147481422" r:id="rId8"/>
    <p:sldId id="2147481423" r:id="rId9"/>
    <p:sldId id="2147481424" r:id="rId10"/>
    <p:sldId id="2147481426" r:id="rId11"/>
    <p:sldId id="2147481425" r:id="rId12"/>
    <p:sldId id="2147481427" r:id="rId13"/>
    <p:sldId id="2147481428" r:id="rId14"/>
    <p:sldId id="2147481429" r:id="rId15"/>
    <p:sldId id="2147481430" r:id="rId16"/>
    <p:sldId id="2147481431" r:id="rId17"/>
    <p:sldId id="2147481221" r:id="rId18"/>
  </p:sldIdLst>
  <p:sldSz cx="12192000" cy="6858000"/>
  <p:notesSz cx="6797675" cy="9926638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B0"/>
    <a:srgbClr val="00FFFF"/>
    <a:srgbClr val="33CCCC"/>
    <a:srgbClr val="009999"/>
    <a:srgbClr val="00CC99"/>
    <a:srgbClr val="FFAFAF"/>
    <a:srgbClr val="FFCCCC"/>
    <a:srgbClr val="E5FFF7"/>
    <a:srgbClr val="BDFFEB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5A72D-9936-4037-B6CF-AC2C8CD48B34}" v="1757" dt="2025-12-04T03:15:4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Thu Huong" userId="0b231846-7882-48db-b222-f46a54152380" providerId="ADAL" clId="{D63D829F-56DC-42AE-BABC-E14C66F806EF}"/>
    <pc:docChg chg="undo custSel modSld">
      <pc:chgData name="Duong Thu Huong" userId="0b231846-7882-48db-b222-f46a54152380" providerId="ADAL" clId="{D63D829F-56DC-42AE-BABC-E14C66F806EF}" dt="2025-12-05T02:04:00.736" v="1" actId="1076"/>
      <pc:docMkLst>
        <pc:docMk/>
      </pc:docMkLst>
      <pc:sldChg chg="modSp mod">
        <pc:chgData name="Duong Thu Huong" userId="0b231846-7882-48db-b222-f46a54152380" providerId="ADAL" clId="{D63D829F-56DC-42AE-BABC-E14C66F806EF}" dt="2025-12-05T02:04:00.736" v="1" actId="1076"/>
        <pc:sldMkLst>
          <pc:docMk/>
          <pc:sldMk cId="84644684" sldId="2147481425"/>
        </pc:sldMkLst>
        <pc:spChg chg="mod">
          <ac:chgData name="Duong Thu Huong" userId="0b231846-7882-48db-b222-f46a54152380" providerId="ADAL" clId="{D63D829F-56DC-42AE-BABC-E14C66F806EF}" dt="2025-12-05T02:04:00.736" v="1" actId="1076"/>
          <ac:spMkLst>
            <pc:docMk/>
            <pc:sldMk cId="84644684" sldId="2147481425"/>
            <ac:spMk id="4" creationId="{E6A711DB-1C82-27C8-F6EE-791A54E40690}"/>
          </ac:spMkLst>
        </pc:spChg>
      </pc:sldChg>
    </pc:docChg>
  </pc:docChgLst>
  <pc:docChgLst>
    <pc:chgData name="Tran Thi Trang" userId="cf3c991b-a4d3-445b-9c82-12466f944b66" providerId="ADAL" clId="{A398319A-9A38-4F1B-AAC6-DF2093F5A8EF}"/>
    <pc:docChg chg="undo custSel addSld modSld">
      <pc:chgData name="Tran Thi Trang" userId="cf3c991b-a4d3-445b-9c82-12466f944b66" providerId="ADAL" clId="{A398319A-9A38-4F1B-AAC6-DF2093F5A8EF}" dt="2025-12-04T07:12:02.523" v="3357" actId="20577"/>
      <pc:docMkLst>
        <pc:docMk/>
      </pc:docMkLst>
      <pc:sldChg chg="modSp mod">
        <pc:chgData name="Tran Thi Trang" userId="cf3c991b-a4d3-445b-9c82-12466f944b66" providerId="ADAL" clId="{A398319A-9A38-4F1B-AAC6-DF2093F5A8EF}" dt="2025-12-04T02:39:39.364" v="3249" actId="1076"/>
        <pc:sldMkLst>
          <pc:docMk/>
          <pc:sldMk cId="0" sldId="267"/>
        </pc:sldMkLst>
        <pc:spChg chg="mod">
          <ac:chgData name="Tran Thi Trang" userId="cf3c991b-a4d3-445b-9c82-12466f944b66" providerId="ADAL" clId="{A398319A-9A38-4F1B-AAC6-DF2093F5A8EF}" dt="2025-12-04T02:39:39.364" v="3249" actId="1076"/>
          <ac:spMkLst>
            <pc:docMk/>
            <pc:sldMk cId="0" sldId="267"/>
            <ac:spMk id="75" creationId="{2E4859E9-F7D9-F7D8-F4AB-2165064EF6FB}"/>
          </ac:spMkLst>
        </pc:spChg>
        <pc:spChg chg="mod">
          <ac:chgData name="Tran Thi Trang" userId="cf3c991b-a4d3-445b-9c82-12466f944b66" providerId="ADAL" clId="{A398319A-9A38-4F1B-AAC6-DF2093F5A8EF}" dt="2025-12-04T02:39:35.590" v="3248" actId="1076"/>
          <ac:spMkLst>
            <pc:docMk/>
            <pc:sldMk cId="0" sldId="267"/>
            <ac:spMk id="91" creationId="{7EED1F76-9452-8B72-9A2C-3CCED312508D}"/>
          </ac:spMkLst>
        </pc:spChg>
      </pc:sldChg>
      <pc:sldChg chg="addSp modSp mod modAnim">
        <pc:chgData name="Tran Thi Trang" userId="cf3c991b-a4d3-445b-9c82-12466f944b66" providerId="ADAL" clId="{A398319A-9A38-4F1B-AAC6-DF2093F5A8EF}" dt="2025-12-04T03:15:47.499" v="3268"/>
        <pc:sldMkLst>
          <pc:docMk/>
          <pc:sldMk cId="84644684" sldId="2147481425"/>
        </pc:sldMkLst>
        <pc:spChg chg="add mod">
          <ac:chgData name="Tran Thi Trang" userId="cf3c991b-a4d3-445b-9c82-12466f944b66" providerId="ADAL" clId="{A398319A-9A38-4F1B-AAC6-DF2093F5A8EF}" dt="2025-12-04T03:15:22.895" v="3267" actId="1076"/>
          <ac:spMkLst>
            <pc:docMk/>
            <pc:sldMk cId="84644684" sldId="2147481425"/>
            <ac:spMk id="5" creationId="{D8860CC9-8A51-5DFD-00CB-0378E4259649}"/>
          </ac:spMkLst>
        </pc:spChg>
      </pc:sldChg>
      <pc:sldChg chg="modSp mod">
        <pc:chgData name="Tran Thi Trang" userId="cf3c991b-a4d3-445b-9c82-12466f944b66" providerId="ADAL" clId="{A398319A-9A38-4F1B-AAC6-DF2093F5A8EF}" dt="2025-12-03T02:24:29.938" v="458" actId="20577"/>
        <pc:sldMkLst>
          <pc:docMk/>
          <pc:sldMk cId="2278404745" sldId="2147481426"/>
        </pc:sldMkLst>
        <pc:spChg chg="mod">
          <ac:chgData name="Tran Thi Trang" userId="cf3c991b-a4d3-445b-9c82-12466f944b66" providerId="ADAL" clId="{A398319A-9A38-4F1B-AAC6-DF2093F5A8EF}" dt="2025-12-03T02:24:29.938" v="458" actId="20577"/>
          <ac:spMkLst>
            <pc:docMk/>
            <pc:sldMk cId="2278404745" sldId="2147481426"/>
            <ac:spMk id="11" creationId="{5AB54FA0-F900-1791-B96B-AD5B90572E6A}"/>
          </ac:spMkLst>
        </pc:spChg>
      </pc:sldChg>
      <pc:sldChg chg="addSp modSp mod">
        <pc:chgData name="Tran Thi Trang" userId="cf3c991b-a4d3-445b-9c82-12466f944b66" providerId="ADAL" clId="{A398319A-9A38-4F1B-AAC6-DF2093F5A8EF}" dt="2025-12-03T02:04:11.332" v="70" actId="1076"/>
        <pc:sldMkLst>
          <pc:docMk/>
          <pc:sldMk cId="3028289742" sldId="2147481428"/>
        </pc:sldMkLst>
        <pc:graphicFrameChg chg="mod modGraphic">
          <ac:chgData name="Tran Thi Trang" userId="cf3c991b-a4d3-445b-9c82-12466f944b66" providerId="ADAL" clId="{A398319A-9A38-4F1B-AAC6-DF2093F5A8EF}" dt="2025-12-03T02:02:57.701" v="35" actId="1076"/>
          <ac:graphicFrameMkLst>
            <pc:docMk/>
            <pc:sldMk cId="3028289742" sldId="2147481428"/>
            <ac:graphicFrameMk id="2" creationId="{A33A6009-1279-2A65-AEF0-668E62CDEF9E}"/>
          </ac:graphicFrameMkLst>
        </pc:graphicFrameChg>
        <pc:graphicFrameChg chg="add mod modGraphic">
          <ac:chgData name="Tran Thi Trang" userId="cf3c991b-a4d3-445b-9c82-12466f944b66" providerId="ADAL" clId="{A398319A-9A38-4F1B-AAC6-DF2093F5A8EF}" dt="2025-12-03T02:04:11.332" v="70" actId="1076"/>
          <ac:graphicFrameMkLst>
            <pc:docMk/>
            <pc:sldMk cId="3028289742" sldId="2147481428"/>
            <ac:graphicFrameMk id="4" creationId="{CBF0237E-CB92-6C89-722E-1C0698AC6C5C}"/>
          </ac:graphicFrameMkLst>
        </pc:graphicFrameChg>
      </pc:sldChg>
      <pc:sldChg chg="addSp delSp modSp add mod">
        <pc:chgData name="Tran Thi Trang" userId="cf3c991b-a4d3-445b-9c82-12466f944b66" providerId="ADAL" clId="{A398319A-9A38-4F1B-AAC6-DF2093F5A8EF}" dt="2025-12-03T02:24:19.512" v="456" actId="20577"/>
        <pc:sldMkLst>
          <pc:docMk/>
          <pc:sldMk cId="2947964685" sldId="2147481429"/>
        </pc:sldMkLst>
        <pc:spChg chg="mod">
          <ac:chgData name="Tran Thi Trang" userId="cf3c991b-a4d3-445b-9c82-12466f944b66" providerId="ADAL" clId="{A398319A-9A38-4F1B-AAC6-DF2093F5A8EF}" dt="2025-12-03T02:16:41.052" v="406" actId="20577"/>
          <ac:spMkLst>
            <pc:docMk/>
            <pc:sldMk cId="2947964685" sldId="2147481429"/>
            <ac:spMk id="3" creationId="{ABD71F12-50A3-C84B-BA11-1540B4C83F84}"/>
          </ac:spMkLst>
        </pc:spChg>
        <pc:graphicFrameChg chg="del">
          <ac:chgData name="Tran Thi Trang" userId="cf3c991b-a4d3-445b-9c82-12466f944b66" providerId="ADAL" clId="{A398319A-9A38-4F1B-AAC6-DF2093F5A8EF}" dt="2025-12-03T01:59:40.841" v="1" actId="478"/>
          <ac:graphicFrameMkLst>
            <pc:docMk/>
            <pc:sldMk cId="2947964685" sldId="2147481429"/>
            <ac:graphicFrameMk id="2" creationId="{BBE3E120-0012-D6D7-1AC2-4384CE56001E}"/>
          </ac:graphicFrameMkLst>
        </pc:graphicFrameChg>
        <pc:graphicFrameChg chg="add mod modGraphic">
          <ac:chgData name="Tran Thi Trang" userId="cf3c991b-a4d3-445b-9c82-12466f944b66" providerId="ADAL" clId="{A398319A-9A38-4F1B-AAC6-DF2093F5A8EF}" dt="2025-12-03T02:24:19.512" v="456" actId="20577"/>
          <ac:graphicFrameMkLst>
            <pc:docMk/>
            <pc:sldMk cId="2947964685" sldId="2147481429"/>
            <ac:graphicFrameMk id="4" creationId="{7D0F2195-4409-B87A-F91E-A5BE9B61B11A}"/>
          </ac:graphicFrameMkLst>
        </pc:graphicFrameChg>
      </pc:sldChg>
      <pc:sldChg chg="modSp add mod">
        <pc:chgData name="Tran Thi Trang" userId="cf3c991b-a4d3-445b-9c82-12466f944b66" providerId="ADAL" clId="{A398319A-9A38-4F1B-AAC6-DF2093F5A8EF}" dt="2025-12-03T02:24:48.080" v="504" actId="20577"/>
        <pc:sldMkLst>
          <pc:docMk/>
          <pc:sldMk cId="962436159" sldId="2147481430"/>
        </pc:sldMkLst>
        <pc:spChg chg="mod">
          <ac:chgData name="Tran Thi Trang" userId="cf3c991b-a4d3-445b-9c82-12466f944b66" providerId="ADAL" clId="{A398319A-9A38-4F1B-AAC6-DF2093F5A8EF}" dt="2025-12-03T02:24:48.080" v="504" actId="20577"/>
          <ac:spMkLst>
            <pc:docMk/>
            <pc:sldMk cId="962436159" sldId="2147481430"/>
            <ac:spMk id="11" creationId="{26AB7348-629F-FE18-DE76-20CEF1090F5A}"/>
          </ac:spMkLst>
        </pc:spChg>
      </pc:sldChg>
      <pc:sldChg chg="addSp delSp modSp add mod">
        <pc:chgData name="Tran Thi Trang" userId="cf3c991b-a4d3-445b-9c82-12466f944b66" providerId="ADAL" clId="{A398319A-9A38-4F1B-AAC6-DF2093F5A8EF}" dt="2025-12-04T07:12:02.523" v="3357" actId="20577"/>
        <pc:sldMkLst>
          <pc:docMk/>
          <pc:sldMk cId="2183114882" sldId="2147481431"/>
        </pc:sldMkLst>
        <pc:spChg chg="mod">
          <ac:chgData name="Tran Thi Trang" userId="cf3c991b-a4d3-445b-9c82-12466f944b66" providerId="ADAL" clId="{A398319A-9A38-4F1B-AAC6-DF2093F5A8EF}" dt="2025-12-03T02:25:01.114" v="540" actId="20577"/>
          <ac:spMkLst>
            <pc:docMk/>
            <pc:sldMk cId="2183114882" sldId="2147481431"/>
            <ac:spMk id="3" creationId="{AEEDC722-BD0F-DEDE-F1A3-F2C67BE3DB88}"/>
          </ac:spMkLst>
        </pc:spChg>
        <pc:spChg chg="add mod">
          <ac:chgData name="Tran Thi Trang" userId="cf3c991b-a4d3-445b-9c82-12466f944b66" providerId="ADAL" clId="{A398319A-9A38-4F1B-AAC6-DF2093F5A8EF}" dt="2025-12-03T02:32:41.712" v="546" actId="1076"/>
          <ac:spMkLst>
            <pc:docMk/>
            <pc:sldMk cId="2183114882" sldId="2147481431"/>
            <ac:spMk id="6" creationId="{B4A417A3-E6CD-C04E-CDD6-779784365BD3}"/>
          </ac:spMkLst>
        </pc:spChg>
        <pc:spChg chg="add mod">
          <ac:chgData name="Tran Thi Trang" userId="cf3c991b-a4d3-445b-9c82-12466f944b66" providerId="ADAL" clId="{A398319A-9A38-4F1B-AAC6-DF2093F5A8EF}" dt="2025-12-03T02:32:41.712" v="546" actId="1076"/>
          <ac:spMkLst>
            <pc:docMk/>
            <pc:sldMk cId="2183114882" sldId="2147481431"/>
            <ac:spMk id="9" creationId="{7CD05D5A-CAE8-BAFD-7127-672DE120B48D}"/>
          </ac:spMkLst>
        </pc:spChg>
        <pc:spChg chg="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10" creationId="{6CE5A370-290B-5325-7EAE-D5DD7C399E42}"/>
          </ac:spMkLst>
        </pc:spChg>
        <pc:spChg chg="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11" creationId="{8AB083A3-FBAA-58DB-0395-BC7ACEB9BA8B}"/>
          </ac:spMkLst>
        </pc:spChg>
        <pc:spChg chg="add mod">
          <ac:chgData name="Tran Thi Trang" userId="cf3c991b-a4d3-445b-9c82-12466f944b66" providerId="ADAL" clId="{A398319A-9A38-4F1B-AAC6-DF2093F5A8EF}" dt="2025-12-04T02:31:21.292" v="2719" actId="20577"/>
          <ac:spMkLst>
            <pc:docMk/>
            <pc:sldMk cId="2183114882" sldId="2147481431"/>
            <ac:spMk id="18" creationId="{3FC42DF1-9B72-11B6-F8E6-4EB760616C26}"/>
          </ac:spMkLst>
        </pc:spChg>
        <pc:spChg chg="add mod">
          <ac:chgData name="Tran Thi Trang" userId="cf3c991b-a4d3-445b-9c82-12466f944b66" providerId="ADAL" clId="{A398319A-9A38-4F1B-AAC6-DF2093F5A8EF}" dt="2025-12-04T02:37:12.507" v="2968" actId="1076"/>
          <ac:spMkLst>
            <pc:docMk/>
            <pc:sldMk cId="2183114882" sldId="2147481431"/>
            <ac:spMk id="19" creationId="{1637DBCB-C13D-816C-BB81-4FCD1F9FF698}"/>
          </ac:spMkLst>
        </pc:spChg>
        <pc:spChg chg="mod">
          <ac:chgData name="Tran Thi Trang" userId="cf3c991b-a4d3-445b-9c82-12466f944b66" providerId="ADAL" clId="{A398319A-9A38-4F1B-AAC6-DF2093F5A8EF}" dt="2025-12-04T02:31:58.212" v="2799" actId="20577"/>
          <ac:spMkLst>
            <pc:docMk/>
            <pc:sldMk cId="2183114882" sldId="2147481431"/>
            <ac:spMk id="20" creationId="{C3D11AB8-0161-DCD6-5E88-458B5222E812}"/>
          </ac:spMkLst>
        </pc:spChg>
        <pc:spChg chg="mod">
          <ac:chgData name="Tran Thi Trang" userId="cf3c991b-a4d3-445b-9c82-12466f944b66" providerId="ADAL" clId="{A398319A-9A38-4F1B-AAC6-DF2093F5A8EF}" dt="2025-12-04T02:32:06.230" v="2801" actId="1076"/>
          <ac:spMkLst>
            <pc:docMk/>
            <pc:sldMk cId="2183114882" sldId="2147481431"/>
            <ac:spMk id="21" creationId="{F421E324-CEBB-1D10-3D57-139676C8BF0F}"/>
          </ac:spMkLst>
        </pc:spChg>
        <pc:spChg chg="mod">
          <ac:chgData name="Tran Thi Trang" userId="cf3c991b-a4d3-445b-9c82-12466f944b66" providerId="ADAL" clId="{A398319A-9A38-4F1B-AAC6-DF2093F5A8EF}" dt="2025-12-04T02:32:13.129" v="2803" actId="1076"/>
          <ac:spMkLst>
            <pc:docMk/>
            <pc:sldMk cId="2183114882" sldId="2147481431"/>
            <ac:spMk id="22" creationId="{C8D5E8AE-E3BA-108A-2465-34A7A2552EA1}"/>
          </ac:spMkLst>
        </pc:spChg>
        <pc:spChg chg="add 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23" creationId="{5AB4A59C-B6BB-0408-444E-94084B9B27B2}"/>
          </ac:spMkLst>
        </pc:spChg>
        <pc:spChg chg="add mod">
          <ac:chgData name="Tran Thi Trang" userId="cf3c991b-a4d3-445b-9c82-12466f944b66" providerId="ADAL" clId="{A398319A-9A38-4F1B-AAC6-DF2093F5A8EF}" dt="2025-12-03T02:33:18.090" v="581" actId="20577"/>
          <ac:spMkLst>
            <pc:docMk/>
            <pc:sldMk cId="2183114882" sldId="2147481431"/>
            <ac:spMk id="24" creationId="{AEAED297-8A46-E676-9BA2-873EB23E74CB}"/>
          </ac:spMkLst>
        </pc:spChg>
        <pc:spChg chg="mod">
          <ac:chgData name="Tran Thi Trang" userId="cf3c991b-a4d3-445b-9c82-12466f944b66" providerId="ADAL" clId="{A398319A-9A38-4F1B-AAC6-DF2093F5A8EF}" dt="2025-12-03T02:34:09.250" v="591" actId="20577"/>
          <ac:spMkLst>
            <pc:docMk/>
            <pc:sldMk cId="2183114882" sldId="2147481431"/>
            <ac:spMk id="25" creationId="{7323C02E-5970-D01E-80D9-D570DF4F6159}"/>
          </ac:spMkLst>
        </pc:spChg>
        <pc:spChg chg="mod">
          <ac:chgData name="Tran Thi Trang" userId="cf3c991b-a4d3-445b-9c82-12466f944b66" providerId="ADAL" clId="{A398319A-9A38-4F1B-AAC6-DF2093F5A8EF}" dt="2025-12-03T02:34:02.793" v="588" actId="20577"/>
          <ac:spMkLst>
            <pc:docMk/>
            <pc:sldMk cId="2183114882" sldId="2147481431"/>
            <ac:spMk id="26" creationId="{1FDE4AEC-0AF3-1A1B-389A-3B2515DD4710}"/>
          </ac:spMkLst>
        </pc:spChg>
        <pc:spChg chg="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27" creationId="{A1808ECA-12A6-157D-ED69-5F2BF35556E7}"/>
          </ac:spMkLst>
        </pc:spChg>
        <pc:spChg chg="add mod">
          <ac:chgData name="Tran Thi Trang" userId="cf3c991b-a4d3-445b-9c82-12466f944b66" providerId="ADAL" clId="{A398319A-9A38-4F1B-AAC6-DF2093F5A8EF}" dt="2025-12-03T02:32:57.672" v="569" actId="20577"/>
          <ac:spMkLst>
            <pc:docMk/>
            <pc:sldMk cId="2183114882" sldId="2147481431"/>
            <ac:spMk id="28" creationId="{513CABCE-758C-EF1B-32D5-E18148332340}"/>
          </ac:spMkLst>
        </pc:spChg>
        <pc:spChg chg="mod">
          <ac:chgData name="Tran Thi Trang" userId="cf3c991b-a4d3-445b-9c82-12466f944b66" providerId="ADAL" clId="{A398319A-9A38-4F1B-AAC6-DF2093F5A8EF}" dt="2025-12-03T02:32:54.220" v="567" actId="20577"/>
          <ac:spMkLst>
            <pc:docMk/>
            <pc:sldMk cId="2183114882" sldId="2147481431"/>
            <ac:spMk id="29" creationId="{87A864A2-7F06-D538-E182-871203129DE1}"/>
          </ac:spMkLst>
        </pc:spChg>
        <pc:spChg chg="add 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32" creationId="{03B9010C-9081-C426-1874-16F8E9446DD4}"/>
          </ac:spMkLst>
        </pc:spChg>
        <pc:spChg chg="mod">
          <ac:chgData name="Tran Thi Trang" userId="cf3c991b-a4d3-445b-9c82-12466f944b66" providerId="ADAL" clId="{A398319A-9A38-4F1B-AAC6-DF2093F5A8EF}" dt="2025-12-03T02:58:01.082" v="1052" actId="20577"/>
          <ac:spMkLst>
            <pc:docMk/>
            <pc:sldMk cId="2183114882" sldId="2147481431"/>
            <ac:spMk id="34" creationId="{05A282D2-5472-C469-730B-488A3D577AE8}"/>
          </ac:spMkLst>
        </pc:spChg>
        <pc:spChg chg="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35" creationId="{A766698B-2CA5-3354-0AAD-8417C0893A33}"/>
          </ac:spMkLst>
        </pc:spChg>
        <pc:spChg chg="add mod">
          <ac:chgData name="Tran Thi Trang" userId="cf3c991b-a4d3-445b-9c82-12466f944b66" providerId="ADAL" clId="{A398319A-9A38-4F1B-AAC6-DF2093F5A8EF}" dt="2025-12-04T02:16:57.660" v="1771" actId="1035"/>
          <ac:spMkLst>
            <pc:docMk/>
            <pc:sldMk cId="2183114882" sldId="2147481431"/>
            <ac:spMk id="36" creationId="{5961DDEF-9F2D-F676-EC09-CFCAEA51195A}"/>
          </ac:spMkLst>
        </pc:spChg>
        <pc:spChg chg="del mod">
          <ac:chgData name="Tran Thi Trang" userId="cf3c991b-a4d3-445b-9c82-12466f944b66" providerId="ADAL" clId="{A398319A-9A38-4F1B-AAC6-DF2093F5A8EF}" dt="2025-12-04T02:31:33.200" v="2720" actId="478"/>
          <ac:spMkLst>
            <pc:docMk/>
            <pc:sldMk cId="2183114882" sldId="2147481431"/>
            <ac:spMk id="37" creationId="{B2299D18-13C9-15AC-AECD-69770B4D8482}"/>
          </ac:spMkLst>
        </pc:spChg>
        <pc:spChg chg="add del mod">
          <ac:chgData name="Tran Thi Trang" userId="cf3c991b-a4d3-445b-9c82-12466f944b66" providerId="ADAL" clId="{A398319A-9A38-4F1B-AAC6-DF2093F5A8EF}" dt="2025-12-03T02:58:19.641" v="1057" actId="478"/>
          <ac:spMkLst>
            <pc:docMk/>
            <pc:sldMk cId="2183114882" sldId="2147481431"/>
            <ac:spMk id="38" creationId="{DCC29F8C-D674-ABB8-8B0E-F4A13469C1C0}"/>
          </ac:spMkLst>
        </pc:spChg>
        <pc:spChg chg="add mod">
          <ac:chgData name="Tran Thi Trang" userId="cf3c991b-a4d3-445b-9c82-12466f944b66" providerId="ADAL" clId="{A398319A-9A38-4F1B-AAC6-DF2093F5A8EF}" dt="2025-12-03T02:57:52.503" v="1007" actId="14100"/>
          <ac:spMkLst>
            <pc:docMk/>
            <pc:sldMk cId="2183114882" sldId="2147481431"/>
            <ac:spMk id="39" creationId="{B08E6646-100C-3128-534A-9742A5CF3338}"/>
          </ac:spMkLst>
        </pc:spChg>
        <pc:spChg chg="add mod">
          <ac:chgData name="Tran Thi Trang" userId="cf3c991b-a4d3-445b-9c82-12466f944b66" providerId="ADAL" clId="{A398319A-9A38-4F1B-AAC6-DF2093F5A8EF}" dt="2025-12-04T02:37:22.821" v="2976" actId="20577"/>
          <ac:spMkLst>
            <pc:docMk/>
            <pc:sldMk cId="2183114882" sldId="2147481431"/>
            <ac:spMk id="46" creationId="{8331FA8D-6799-2C07-5C85-F80CE567EF9C}"/>
          </ac:spMkLst>
        </pc:spChg>
        <pc:graphicFrameChg chg="del">
          <ac:chgData name="Tran Thi Trang" userId="cf3c991b-a4d3-445b-9c82-12466f944b66" providerId="ADAL" clId="{A398319A-9A38-4F1B-AAC6-DF2093F5A8EF}" dt="2025-12-03T02:25:06.154" v="541" actId="478"/>
          <ac:graphicFrameMkLst>
            <pc:docMk/>
            <pc:sldMk cId="2183114882" sldId="2147481431"/>
            <ac:graphicFrameMk id="4" creationId="{B8679BFF-B004-6655-FAD8-FF837E46EBAD}"/>
          </ac:graphicFrameMkLst>
        </pc:graphicFrameChg>
        <pc:graphicFrameChg chg="del">
          <ac:chgData name="Tran Thi Trang" userId="cf3c991b-a4d3-445b-9c82-12466f944b66" providerId="ADAL" clId="{A398319A-9A38-4F1B-AAC6-DF2093F5A8EF}" dt="2025-12-03T02:32:29.894" v="543" actId="478"/>
          <ac:graphicFrameMkLst>
            <pc:docMk/>
            <pc:sldMk cId="2183114882" sldId="2147481431"/>
            <ac:graphicFrameMk id="30" creationId="{73378D9B-5A06-081C-442A-A5D55E3C811A}"/>
          </ac:graphicFrameMkLst>
        </pc:graphicFrameChg>
        <pc:graphicFrameChg chg="add mod modGraphic">
          <ac:chgData name="Tran Thi Trang" userId="cf3c991b-a4d3-445b-9c82-12466f944b66" providerId="ADAL" clId="{A398319A-9A38-4F1B-AAC6-DF2093F5A8EF}" dt="2025-12-04T07:12:02.523" v="3357" actId="20577"/>
          <ac:graphicFrameMkLst>
            <pc:docMk/>
            <pc:sldMk cId="2183114882" sldId="2147481431"/>
            <ac:graphicFrameMk id="43" creationId="{7D3590D9-FD21-9DCE-3BF5-A602B42CDE10}"/>
          </ac:graphicFrameMkLst>
        </pc:graphicFrameChg>
        <pc:cxnChg chg="del mod">
          <ac:chgData name="Tran Thi Trang" userId="cf3c991b-a4d3-445b-9c82-12466f944b66" providerId="ADAL" clId="{A398319A-9A38-4F1B-AAC6-DF2093F5A8EF}" dt="2025-12-04T02:31:34.207" v="2721" actId="478"/>
          <ac:cxnSpMkLst>
            <pc:docMk/>
            <pc:sldMk cId="2183114882" sldId="2147481431"/>
            <ac:cxnSpMk id="13" creationId="{72297FFD-AE73-3824-67B8-95EC02B317C3}"/>
          </ac:cxnSpMkLst>
        </pc:cxnChg>
        <pc:cxnChg chg="mod">
          <ac:chgData name="Tran Thi Trang" userId="cf3c991b-a4d3-445b-9c82-12466f944b66" providerId="ADAL" clId="{A398319A-9A38-4F1B-AAC6-DF2093F5A8EF}" dt="2025-12-04T02:37:09.648" v="2967" actId="14100"/>
          <ac:cxnSpMkLst>
            <pc:docMk/>
            <pc:sldMk cId="2183114882" sldId="2147481431"/>
            <ac:cxnSpMk id="14" creationId="{0E4040F7-32D2-F8EA-5728-FE221BA37C7F}"/>
          </ac:cxnSpMkLst>
        </pc:cxnChg>
        <pc:cxnChg chg="mod">
          <ac:chgData name="Tran Thi Trang" userId="cf3c991b-a4d3-445b-9c82-12466f944b66" providerId="ADAL" clId="{A398319A-9A38-4F1B-AAC6-DF2093F5A8EF}" dt="2025-12-04T02:31:08.574" v="2703" actId="14100"/>
          <ac:cxnSpMkLst>
            <pc:docMk/>
            <pc:sldMk cId="2183114882" sldId="2147481431"/>
            <ac:cxnSpMk id="15" creationId="{3761D752-9E4A-F5C4-7D1E-6A3AB099914C}"/>
          </ac:cxnSpMkLst>
        </pc:cxnChg>
        <pc:cxnChg chg="mod">
          <ac:chgData name="Tran Thi Trang" userId="cf3c991b-a4d3-445b-9c82-12466f944b66" providerId="ADAL" clId="{A398319A-9A38-4F1B-AAC6-DF2093F5A8EF}" dt="2025-12-04T02:32:04.208" v="2800" actId="14100"/>
          <ac:cxnSpMkLst>
            <pc:docMk/>
            <pc:sldMk cId="2183114882" sldId="2147481431"/>
            <ac:cxnSpMk id="16" creationId="{F1D9085D-90F8-B3BD-738F-3A78D05E5A20}"/>
          </ac:cxnSpMkLst>
        </pc:cxnChg>
        <pc:cxnChg chg="mod">
          <ac:chgData name="Tran Thi Trang" userId="cf3c991b-a4d3-445b-9c82-12466f944b66" providerId="ADAL" clId="{A398319A-9A38-4F1B-AAC6-DF2093F5A8EF}" dt="2025-12-04T02:32:10.512" v="2802" actId="14100"/>
          <ac:cxnSpMkLst>
            <pc:docMk/>
            <pc:sldMk cId="2183114882" sldId="2147481431"/>
            <ac:cxnSpMk id="17" creationId="{D87CB75B-E255-4E9E-C677-B6147532BE5A}"/>
          </ac:cxnSpMkLst>
        </pc:cxnChg>
        <pc:cxnChg chg="add mod">
          <ac:chgData name="Tran Thi Trang" userId="cf3c991b-a4d3-445b-9c82-12466f944b66" providerId="ADAL" clId="{A398319A-9A38-4F1B-AAC6-DF2093F5A8EF}" dt="2025-12-04T02:37:20.203" v="2970" actId="1076"/>
          <ac:cxnSpMkLst>
            <pc:docMk/>
            <pc:sldMk cId="2183114882" sldId="2147481431"/>
            <ac:cxnSpMk id="45" creationId="{7F14822E-16EB-8286-A4DB-58D031C03A22}"/>
          </ac:cxnSpMkLst>
        </pc:cxnChg>
      </pc:sldChg>
    </pc:docChg>
  </pc:docChgLst>
  <pc:docChgLst>
    <pc:chgData name="Tran Thi Trang" userId="cf3c991b-a4d3-445b-9c82-12466f944b66" providerId="ADAL" clId="{02C60E0B-3460-437F-8561-D6A0D87F4F87}"/>
    <pc:docChg chg="undo redo custSel addSld delSld modSld">
      <pc:chgData name="Tran Thi Trang" userId="cf3c991b-a4d3-445b-9c82-12466f944b66" providerId="ADAL" clId="{02C60E0B-3460-437F-8561-D6A0D87F4F87}" dt="2025-12-02T09:38:09.232" v="1603" actId="1076"/>
      <pc:docMkLst>
        <pc:docMk/>
      </pc:docMkLst>
      <pc:sldChg chg="modSp mod">
        <pc:chgData name="Tran Thi Trang" userId="cf3c991b-a4d3-445b-9c82-12466f944b66" providerId="ADAL" clId="{02C60E0B-3460-437F-8561-D6A0D87F4F87}" dt="2025-12-02T09:25:15.264" v="1464" actId="1076"/>
        <pc:sldMkLst>
          <pc:docMk/>
          <pc:sldMk cId="0" sldId="267"/>
        </pc:sldMkLst>
        <pc:spChg chg="mod">
          <ac:chgData name="Tran Thi Trang" userId="cf3c991b-a4d3-445b-9c82-12466f944b66" providerId="ADAL" clId="{02C60E0B-3460-437F-8561-D6A0D87F4F87}" dt="2025-12-02T04:07:37.540" v="329" actId="1076"/>
          <ac:spMkLst>
            <pc:docMk/>
            <pc:sldMk cId="0" sldId="267"/>
            <ac:spMk id="73" creationId="{1CC081BB-8072-B4B8-0845-C312760044A0}"/>
          </ac:spMkLst>
        </pc:spChg>
        <pc:spChg chg="mod">
          <ac:chgData name="Tran Thi Trang" userId="cf3c991b-a4d3-445b-9c82-12466f944b66" providerId="ADAL" clId="{02C60E0B-3460-437F-8561-D6A0D87F4F87}" dt="2025-12-02T09:25:15.264" v="1464" actId="1076"/>
          <ac:spMkLst>
            <pc:docMk/>
            <pc:sldMk cId="0" sldId="267"/>
            <ac:spMk id="75" creationId="{2E4859E9-F7D9-F7D8-F4AB-2165064EF6FB}"/>
          </ac:spMkLst>
        </pc:spChg>
      </pc:sldChg>
      <pc:sldChg chg="addSp delSp modSp add del mod modAnim">
        <pc:chgData name="Tran Thi Trang" userId="cf3c991b-a4d3-445b-9c82-12466f944b66" providerId="ADAL" clId="{02C60E0B-3460-437F-8561-D6A0D87F4F87}" dt="2025-12-02T07:04:16.173" v="490" actId="164"/>
        <pc:sldMkLst>
          <pc:docMk/>
          <pc:sldMk cId="2829745232" sldId="7928"/>
        </pc:sldMkLst>
        <pc:spChg chg="add mod">
          <ac:chgData name="Tran Thi Trang" userId="cf3c991b-a4d3-445b-9c82-12466f944b66" providerId="ADAL" clId="{02C60E0B-3460-437F-8561-D6A0D87F4F87}" dt="2025-12-02T04:24:07.433" v="481" actId="20577"/>
          <ac:spMkLst>
            <pc:docMk/>
            <pc:sldMk cId="2829745232" sldId="7928"/>
            <ac:spMk id="3" creationId="{CE9026DC-C20F-3847-7628-58D197B8A337}"/>
          </ac:spMkLst>
        </pc:spChg>
        <pc:spChg chg="add mod">
          <ac:chgData name="Tran Thi Trang" userId="cf3c991b-a4d3-445b-9c82-12466f944b66" providerId="ADAL" clId="{02C60E0B-3460-437F-8561-D6A0D87F4F87}" dt="2025-12-02T07:04:16.173" v="490" actId="164"/>
          <ac:spMkLst>
            <pc:docMk/>
            <pc:sldMk cId="2829745232" sldId="7928"/>
            <ac:spMk id="5" creationId="{39ECF2DB-4F29-09BB-A45A-70CE3F26AF4D}"/>
          </ac:spMkLst>
        </pc:spChg>
        <pc:grpChg chg="add mod">
          <ac:chgData name="Tran Thi Trang" userId="cf3c991b-a4d3-445b-9c82-12466f944b66" providerId="ADAL" clId="{02C60E0B-3460-437F-8561-D6A0D87F4F87}" dt="2025-12-02T07:04:16.173" v="490" actId="164"/>
          <ac:grpSpMkLst>
            <pc:docMk/>
            <pc:sldMk cId="2829745232" sldId="7928"/>
            <ac:grpSpMk id="6" creationId="{8E740F56-920E-4358-D5C4-5B6AE02D7DEF}"/>
          </ac:grpSpMkLst>
        </pc:grpChg>
        <pc:picChg chg="add mod">
          <ac:chgData name="Tran Thi Trang" userId="cf3c991b-a4d3-445b-9c82-12466f944b66" providerId="ADAL" clId="{02C60E0B-3460-437F-8561-D6A0D87F4F87}" dt="2025-12-02T07:04:16.173" v="490" actId="164"/>
          <ac:picMkLst>
            <pc:docMk/>
            <pc:sldMk cId="2829745232" sldId="7928"/>
            <ac:picMk id="1026" creationId="{A49E94FA-5BC8-4C48-061F-4057E8B6F12C}"/>
          </ac:picMkLst>
        </pc:picChg>
      </pc:sldChg>
      <pc:sldChg chg="modSp mod">
        <pc:chgData name="Tran Thi Trang" userId="cf3c991b-a4d3-445b-9c82-12466f944b66" providerId="ADAL" clId="{02C60E0B-3460-437F-8561-D6A0D87F4F87}" dt="2025-12-02T04:07:12.952" v="246" actId="1076"/>
        <pc:sldMkLst>
          <pc:docMk/>
          <pc:sldMk cId="1890128713" sldId="2147481381"/>
        </pc:sldMkLst>
        <pc:spChg chg="mod">
          <ac:chgData name="Tran Thi Trang" userId="cf3c991b-a4d3-445b-9c82-12466f944b66" providerId="ADAL" clId="{02C60E0B-3460-437F-8561-D6A0D87F4F87}" dt="2025-12-02T04:07:12.952" v="246" actId="1076"/>
          <ac:spMkLst>
            <pc:docMk/>
            <pc:sldMk cId="1890128713" sldId="2147481381"/>
            <ac:spMk id="4" creationId="{90866EE4-3CC3-2B64-AC5B-864BC449CE61}"/>
          </ac:spMkLst>
        </pc:spChg>
        <pc:spChg chg="mod">
          <ac:chgData name="Tran Thi Trang" userId="cf3c991b-a4d3-445b-9c82-12466f944b66" providerId="ADAL" clId="{02C60E0B-3460-437F-8561-D6A0D87F4F87}" dt="2025-12-02T04:07:03.785" v="244" actId="1076"/>
          <ac:spMkLst>
            <pc:docMk/>
            <pc:sldMk cId="1890128713" sldId="2147481381"/>
            <ac:spMk id="8" creationId="{00000000-0000-0000-0000-000000000000}"/>
          </ac:spMkLst>
        </pc:spChg>
        <pc:spChg chg="mod">
          <ac:chgData name="Tran Thi Trang" userId="cf3c991b-a4d3-445b-9c82-12466f944b66" providerId="ADAL" clId="{02C60E0B-3460-437F-8561-D6A0D87F4F87}" dt="2025-12-02T04:07:07.007" v="245" actId="1076"/>
          <ac:spMkLst>
            <pc:docMk/>
            <pc:sldMk cId="1890128713" sldId="2147481381"/>
            <ac:spMk id="11" creationId="{00000000-0000-0000-0000-000000000000}"/>
          </ac:spMkLst>
        </pc:spChg>
      </pc:sldChg>
      <pc:sldChg chg="modSp mod">
        <pc:chgData name="Tran Thi Trang" userId="cf3c991b-a4d3-445b-9c82-12466f944b66" providerId="ADAL" clId="{02C60E0B-3460-437F-8561-D6A0D87F4F87}" dt="2025-12-02T04:07:50.810" v="379" actId="20577"/>
        <pc:sldMkLst>
          <pc:docMk/>
          <pc:sldMk cId="586811106" sldId="2147481421"/>
        </pc:sldMkLst>
        <pc:spChg chg="mod">
          <ac:chgData name="Tran Thi Trang" userId="cf3c991b-a4d3-445b-9c82-12466f944b66" providerId="ADAL" clId="{02C60E0B-3460-437F-8561-D6A0D87F4F87}" dt="2025-12-02T04:07:50.810" v="379" actId="20577"/>
          <ac:spMkLst>
            <pc:docMk/>
            <pc:sldMk cId="586811106" sldId="2147481421"/>
            <ac:spMk id="11" creationId="{601F07F7-6369-36E9-1127-F8A93375FB19}"/>
          </ac:spMkLst>
        </pc:spChg>
      </pc:sldChg>
      <pc:sldChg chg="addSp delSp modSp add mod">
        <pc:chgData name="Tran Thi Trang" userId="cf3c991b-a4d3-445b-9c82-12466f944b66" providerId="ADAL" clId="{02C60E0B-3460-437F-8561-D6A0D87F4F87}" dt="2025-12-02T08:51:05.961" v="1006" actId="1076"/>
        <pc:sldMkLst>
          <pc:docMk/>
          <pc:sldMk cId="3049963759" sldId="2147481422"/>
        </pc:sldMkLst>
        <pc:spChg chg="add mod">
          <ac:chgData name="Tran Thi Trang" userId="cf3c991b-a4d3-445b-9c82-12466f944b66" providerId="ADAL" clId="{02C60E0B-3460-437F-8561-D6A0D87F4F87}" dt="2025-12-02T08:31:10.579" v="946" actId="1076"/>
          <ac:spMkLst>
            <pc:docMk/>
            <pc:sldMk cId="3049963759" sldId="2147481422"/>
            <ac:spMk id="2" creationId="{398C0045-DAE4-942F-AC75-347395995DAD}"/>
          </ac:spMkLst>
        </pc:spChg>
        <pc:spChg chg="add mod">
          <ac:chgData name="Tran Thi Trang" userId="cf3c991b-a4d3-445b-9c82-12466f944b66" providerId="ADAL" clId="{02C60E0B-3460-437F-8561-D6A0D87F4F87}" dt="2025-12-02T08:31:05.825" v="944" actId="1076"/>
          <ac:spMkLst>
            <pc:docMk/>
            <pc:sldMk cId="3049963759" sldId="2147481422"/>
            <ac:spMk id="5" creationId="{A52C1E42-CB7A-69B0-5D78-0984F579E497}"/>
          </ac:spMkLst>
        </pc:spChg>
        <pc:spChg chg="add mod">
          <ac:chgData name="Tran Thi Trang" userId="cf3c991b-a4d3-445b-9c82-12466f944b66" providerId="ADAL" clId="{02C60E0B-3460-437F-8561-D6A0D87F4F87}" dt="2025-12-02T08:31:07.834" v="945" actId="1076"/>
          <ac:spMkLst>
            <pc:docMk/>
            <pc:sldMk cId="3049963759" sldId="2147481422"/>
            <ac:spMk id="6" creationId="{C56CE046-F996-F97B-A5D9-92C2E0E6DC25}"/>
          </ac:spMkLst>
        </pc:spChg>
        <pc:spChg chg="add mod">
          <ac:chgData name="Tran Thi Trang" userId="cf3c991b-a4d3-445b-9c82-12466f944b66" providerId="ADAL" clId="{02C60E0B-3460-437F-8561-D6A0D87F4F87}" dt="2025-12-02T08:30:59.571" v="941" actId="1076"/>
          <ac:spMkLst>
            <pc:docMk/>
            <pc:sldMk cId="3049963759" sldId="2147481422"/>
            <ac:spMk id="8" creationId="{05144A63-F44A-B729-9201-A938418805FE}"/>
          </ac:spMkLst>
        </pc:spChg>
        <pc:spChg chg="add mod">
          <ac:chgData name="Tran Thi Trang" userId="cf3c991b-a4d3-445b-9c82-12466f944b66" providerId="ADAL" clId="{02C60E0B-3460-437F-8561-D6A0D87F4F87}" dt="2025-12-02T08:30:44.068" v="938" actId="1076"/>
          <ac:spMkLst>
            <pc:docMk/>
            <pc:sldMk cId="3049963759" sldId="2147481422"/>
            <ac:spMk id="9" creationId="{C79B4559-926F-E322-E4E1-E2AD2B1E61AC}"/>
          </ac:spMkLst>
        </pc:spChg>
        <pc:spChg chg="add mod">
          <ac:chgData name="Tran Thi Trang" userId="cf3c991b-a4d3-445b-9c82-12466f944b66" providerId="ADAL" clId="{02C60E0B-3460-437F-8561-D6A0D87F4F87}" dt="2025-12-02T08:30:51.906" v="939" actId="1076"/>
          <ac:spMkLst>
            <pc:docMk/>
            <pc:sldMk cId="3049963759" sldId="2147481422"/>
            <ac:spMk id="10" creationId="{A5D82EF9-EB44-DF0A-8176-99A836793E1E}"/>
          </ac:spMkLst>
        </pc:spChg>
        <pc:spChg chg="add mod">
          <ac:chgData name="Tran Thi Trang" userId="cf3c991b-a4d3-445b-9c82-12466f944b66" providerId="ADAL" clId="{02C60E0B-3460-437F-8561-D6A0D87F4F87}" dt="2025-12-02T08:30:56.682" v="940" actId="1076"/>
          <ac:spMkLst>
            <pc:docMk/>
            <pc:sldMk cId="3049963759" sldId="2147481422"/>
            <ac:spMk id="11" creationId="{7066CF9F-2F3A-9D3A-B6FB-1F09ED6181BD}"/>
          </ac:spMkLst>
        </pc:spChg>
        <pc:graphicFrameChg chg="mod modGraphic">
          <ac:chgData name="Tran Thi Trang" userId="cf3c991b-a4d3-445b-9c82-12466f944b66" providerId="ADAL" clId="{02C60E0B-3460-437F-8561-D6A0D87F4F87}" dt="2025-12-02T08:50:55.424" v="1001"/>
          <ac:graphicFrameMkLst>
            <pc:docMk/>
            <pc:sldMk cId="3049963759" sldId="2147481422"/>
            <ac:graphicFrameMk id="4" creationId="{66B3965D-04DB-1BF0-CEE5-B0D8AEE5E9E1}"/>
          </ac:graphicFrameMkLst>
        </pc:graphicFrameChg>
        <pc:picChg chg="add mod">
          <ac:chgData name="Tran Thi Trang" userId="cf3c991b-a4d3-445b-9c82-12466f944b66" providerId="ADAL" clId="{02C60E0B-3460-437F-8561-D6A0D87F4F87}" dt="2025-12-02T08:30:18.507" v="933" actId="1076"/>
          <ac:picMkLst>
            <pc:docMk/>
            <pc:sldMk cId="3049963759" sldId="2147481422"/>
            <ac:picMk id="2050" creationId="{2050F134-4241-BAEC-3EE9-8E92F8022BF7}"/>
          </ac:picMkLst>
        </pc:picChg>
        <pc:picChg chg="add mod">
          <ac:chgData name="Tran Thi Trang" userId="cf3c991b-a4d3-445b-9c82-12466f944b66" providerId="ADAL" clId="{02C60E0B-3460-437F-8561-D6A0D87F4F87}" dt="2025-12-02T08:51:05.961" v="1006" actId="1076"/>
          <ac:picMkLst>
            <pc:docMk/>
            <pc:sldMk cId="3049963759" sldId="2147481422"/>
            <ac:picMk id="2052" creationId="{0F815E48-33E8-2CB8-6ECB-60849969CC26}"/>
          </ac:picMkLst>
        </pc:picChg>
      </pc:sldChg>
      <pc:sldChg chg="addSp delSp modSp add mod">
        <pc:chgData name="Tran Thi Trang" userId="cf3c991b-a4d3-445b-9c82-12466f944b66" providerId="ADAL" clId="{02C60E0B-3460-437F-8561-D6A0D87F4F87}" dt="2025-12-02T09:07:40.194" v="1309" actId="1076"/>
        <pc:sldMkLst>
          <pc:docMk/>
          <pc:sldMk cId="302313173" sldId="2147481423"/>
        </pc:sldMkLst>
        <pc:spChg chg="add del">
          <ac:chgData name="Tran Thi Trang" userId="cf3c991b-a4d3-445b-9c82-12466f944b66" providerId="ADAL" clId="{02C60E0B-3460-437F-8561-D6A0D87F4F87}" dt="2025-12-02T08:54:34.194" v="1076" actId="21"/>
          <ac:spMkLst>
            <pc:docMk/>
            <pc:sldMk cId="302313173" sldId="2147481423"/>
            <ac:spMk id="6" creationId="{A5725EE0-DD9E-0B72-4D06-A813612F722C}"/>
          </ac:spMkLst>
        </pc:spChg>
        <pc:spChg chg="add mod">
          <ac:chgData name="Tran Thi Trang" userId="cf3c991b-a4d3-445b-9c82-12466f944b66" providerId="ADAL" clId="{02C60E0B-3460-437F-8561-D6A0D87F4F87}" dt="2025-12-02T09:00:11.352" v="1186" actId="1076"/>
          <ac:spMkLst>
            <pc:docMk/>
            <pc:sldMk cId="302313173" sldId="2147481423"/>
            <ac:spMk id="12" creationId="{597A9AAE-A6DA-D2B2-75A9-D9F1AEBDCBD1}"/>
          </ac:spMkLst>
        </pc:spChg>
        <pc:spChg chg="add mod">
          <ac:chgData name="Tran Thi Trang" userId="cf3c991b-a4d3-445b-9c82-12466f944b66" providerId="ADAL" clId="{02C60E0B-3460-437F-8561-D6A0D87F4F87}" dt="2025-12-02T09:07:40.194" v="1309" actId="1076"/>
          <ac:spMkLst>
            <pc:docMk/>
            <pc:sldMk cId="302313173" sldId="2147481423"/>
            <ac:spMk id="14" creationId="{9BD9B9E4-469A-1368-EC3C-7A911A22CFAC}"/>
          </ac:spMkLst>
        </pc:spChg>
        <pc:spChg chg="add mod">
          <ac:chgData name="Tran Thi Trang" userId="cf3c991b-a4d3-445b-9c82-12466f944b66" providerId="ADAL" clId="{02C60E0B-3460-437F-8561-D6A0D87F4F87}" dt="2025-12-02T09:00:45.511" v="1188" actId="1076"/>
          <ac:spMkLst>
            <pc:docMk/>
            <pc:sldMk cId="302313173" sldId="2147481423"/>
            <ac:spMk id="15" creationId="{743876F8-32EF-467C-F50E-FFB9D1E9608F}"/>
          </ac:spMkLst>
        </pc:spChg>
        <pc:spChg chg="add mod">
          <ac:chgData name="Tran Thi Trang" userId="cf3c991b-a4d3-445b-9c82-12466f944b66" providerId="ADAL" clId="{02C60E0B-3460-437F-8561-D6A0D87F4F87}" dt="2025-12-02T09:02:31.080" v="1201" actId="14100"/>
          <ac:spMkLst>
            <pc:docMk/>
            <pc:sldMk cId="302313173" sldId="2147481423"/>
            <ac:spMk id="16" creationId="{CE71FF83-00EB-3D54-89C7-38326AB6F6CE}"/>
          </ac:spMkLst>
        </pc:spChg>
        <pc:spChg chg="add mod">
          <ac:chgData name="Tran Thi Trang" userId="cf3c991b-a4d3-445b-9c82-12466f944b66" providerId="ADAL" clId="{02C60E0B-3460-437F-8561-D6A0D87F4F87}" dt="2025-12-02T09:05:05.406" v="1261"/>
          <ac:spMkLst>
            <pc:docMk/>
            <pc:sldMk cId="302313173" sldId="2147481423"/>
            <ac:spMk id="17" creationId="{C5A24967-6D35-C5FF-6621-F6E1D84D15EF}"/>
          </ac:spMkLst>
        </pc:spChg>
        <pc:spChg chg="add mod">
          <ac:chgData name="Tran Thi Trang" userId="cf3c991b-a4d3-445b-9c82-12466f944b66" providerId="ADAL" clId="{02C60E0B-3460-437F-8561-D6A0D87F4F87}" dt="2025-12-02T09:04:50.357" v="1258" actId="1076"/>
          <ac:spMkLst>
            <pc:docMk/>
            <pc:sldMk cId="302313173" sldId="2147481423"/>
            <ac:spMk id="18" creationId="{AA1B7ECC-1F1B-F618-0B1B-076F681F8AF3}"/>
          </ac:spMkLst>
        </pc:spChg>
        <pc:spChg chg="add mod">
          <ac:chgData name="Tran Thi Trang" userId="cf3c991b-a4d3-445b-9c82-12466f944b66" providerId="ADAL" clId="{02C60E0B-3460-437F-8561-D6A0D87F4F87}" dt="2025-12-02T09:06:56.316" v="1307" actId="1076"/>
          <ac:spMkLst>
            <pc:docMk/>
            <pc:sldMk cId="302313173" sldId="2147481423"/>
            <ac:spMk id="19" creationId="{01080771-2D81-D38A-F3A5-66515BE51F6E}"/>
          </ac:spMkLst>
        </pc:spChg>
        <pc:graphicFrameChg chg="mod modGraphic">
          <ac:chgData name="Tran Thi Trang" userId="cf3c991b-a4d3-445b-9c82-12466f944b66" providerId="ADAL" clId="{02C60E0B-3460-437F-8561-D6A0D87F4F87}" dt="2025-12-02T09:01:34.903" v="1189"/>
          <ac:graphicFrameMkLst>
            <pc:docMk/>
            <pc:sldMk cId="302313173" sldId="2147481423"/>
            <ac:graphicFrameMk id="4" creationId="{DF63A14D-B922-76CF-909A-81DD3EEFFCAC}"/>
          </ac:graphicFrameMkLst>
        </pc:graphicFrameChg>
      </pc:sldChg>
      <pc:sldChg chg="addSp delSp modSp add mod">
        <pc:chgData name="Tran Thi Trang" userId="cf3c991b-a4d3-445b-9c82-12466f944b66" providerId="ADAL" clId="{02C60E0B-3460-437F-8561-D6A0D87F4F87}" dt="2025-12-02T09:22:27.490" v="1449" actId="1076"/>
        <pc:sldMkLst>
          <pc:docMk/>
          <pc:sldMk cId="296929082" sldId="2147481424"/>
        </pc:sldMkLst>
        <pc:spChg chg="mod">
          <ac:chgData name="Tran Thi Trang" userId="cf3c991b-a4d3-445b-9c82-12466f944b66" providerId="ADAL" clId="{02C60E0B-3460-437F-8561-D6A0D87F4F87}" dt="2025-12-02T09:08:55.083" v="1314" actId="1076"/>
          <ac:spMkLst>
            <pc:docMk/>
            <pc:sldMk cId="296929082" sldId="2147481424"/>
            <ac:spMk id="3" creationId="{7686CE46-DDDE-AE79-5DC9-1B4BD3BB7B13}"/>
          </ac:spMkLst>
        </pc:spChg>
        <pc:spChg chg="add mod">
          <ac:chgData name="Tran Thi Trang" userId="cf3c991b-a4d3-445b-9c82-12466f944b66" providerId="ADAL" clId="{02C60E0B-3460-437F-8561-D6A0D87F4F87}" dt="2025-12-02T09:22:27.490" v="1449" actId="1076"/>
          <ac:spMkLst>
            <pc:docMk/>
            <pc:sldMk cId="296929082" sldId="2147481424"/>
            <ac:spMk id="20" creationId="{5A3124B4-6EB0-6675-C550-C5115A3EB8C0}"/>
          </ac:spMkLst>
        </pc:spChg>
        <pc:graphicFrameChg chg="add mod modGraphic">
          <ac:chgData name="Tran Thi Trang" userId="cf3c991b-a4d3-445b-9c82-12466f944b66" providerId="ADAL" clId="{02C60E0B-3460-437F-8561-D6A0D87F4F87}" dt="2025-12-02T09:13:29.620" v="1355" actId="1076"/>
          <ac:graphicFrameMkLst>
            <pc:docMk/>
            <pc:sldMk cId="296929082" sldId="2147481424"/>
            <ac:graphicFrameMk id="13" creationId="{F4107D12-F9DA-B1D6-26AD-B7CBD4477D59}"/>
          </ac:graphicFrameMkLst>
        </pc:graphicFrameChg>
        <pc:graphicFrameChg chg="add mod ord modGraphic">
          <ac:chgData name="Tran Thi Trang" userId="cf3c991b-a4d3-445b-9c82-12466f944b66" providerId="ADAL" clId="{02C60E0B-3460-437F-8561-D6A0D87F4F87}" dt="2025-12-02T09:22:11.170" v="1445" actId="1076"/>
          <ac:graphicFrameMkLst>
            <pc:docMk/>
            <pc:sldMk cId="296929082" sldId="2147481424"/>
            <ac:graphicFrameMk id="21" creationId="{D79CB667-A8CE-C5C8-1716-A5E738B4C412}"/>
          </ac:graphicFrameMkLst>
        </pc:graphicFrameChg>
      </pc:sldChg>
      <pc:sldChg chg="addSp delSp modSp add mod modAnim">
        <pc:chgData name="Tran Thi Trang" userId="cf3c991b-a4d3-445b-9c82-12466f944b66" providerId="ADAL" clId="{02C60E0B-3460-437F-8561-D6A0D87F4F87}" dt="2025-12-02T09:30:07.787" v="1559"/>
        <pc:sldMkLst>
          <pc:docMk/>
          <pc:sldMk cId="84644684" sldId="2147481425"/>
        </pc:sldMkLst>
        <pc:spChg chg="mod">
          <ac:chgData name="Tran Thi Trang" userId="cf3c991b-a4d3-445b-9c82-12466f944b66" providerId="ADAL" clId="{02C60E0B-3460-437F-8561-D6A0D87F4F87}" dt="2025-12-02T09:25:41.793" v="1530" actId="20577"/>
          <ac:spMkLst>
            <pc:docMk/>
            <pc:sldMk cId="84644684" sldId="2147481425"/>
            <ac:spMk id="3" creationId="{12AA395A-F12A-2515-996E-D9F9010042D8}"/>
          </ac:spMkLst>
        </pc:spChg>
        <pc:spChg chg="add mod">
          <ac:chgData name="Tran Thi Trang" userId="cf3c991b-a4d3-445b-9c82-12466f944b66" providerId="ADAL" clId="{02C60E0B-3460-437F-8561-D6A0D87F4F87}" dt="2025-12-02T09:29:54.709" v="1558" actId="1582"/>
          <ac:spMkLst>
            <pc:docMk/>
            <pc:sldMk cId="84644684" sldId="2147481425"/>
            <ac:spMk id="4" creationId="{E6A711DB-1C82-27C8-F6EE-791A54E40690}"/>
          </ac:spMkLst>
        </pc:spChg>
        <pc:graphicFrameChg chg="add mod modGraphic">
          <ac:chgData name="Tran Thi Trang" userId="cf3c991b-a4d3-445b-9c82-12466f944b66" providerId="ADAL" clId="{02C60E0B-3460-437F-8561-D6A0D87F4F87}" dt="2025-12-02T09:29:25.128" v="1555" actId="113"/>
          <ac:graphicFrameMkLst>
            <pc:docMk/>
            <pc:sldMk cId="84644684" sldId="2147481425"/>
            <ac:graphicFrameMk id="2" creationId="{F4648957-B8C4-B839-4D4E-867FBA634941}"/>
          </ac:graphicFrameMkLst>
        </pc:graphicFrameChg>
      </pc:sldChg>
      <pc:sldChg chg="modSp add mod">
        <pc:chgData name="Tran Thi Trang" userId="cf3c991b-a4d3-445b-9c82-12466f944b66" providerId="ADAL" clId="{02C60E0B-3460-437F-8561-D6A0D87F4F87}" dt="2025-12-02T09:25:24.224" v="1485" actId="20577"/>
        <pc:sldMkLst>
          <pc:docMk/>
          <pc:sldMk cId="2278404745" sldId="2147481426"/>
        </pc:sldMkLst>
        <pc:spChg chg="mod">
          <ac:chgData name="Tran Thi Trang" userId="cf3c991b-a4d3-445b-9c82-12466f944b66" providerId="ADAL" clId="{02C60E0B-3460-437F-8561-D6A0D87F4F87}" dt="2025-12-02T09:25:24.224" v="1485" actId="20577"/>
          <ac:spMkLst>
            <pc:docMk/>
            <pc:sldMk cId="2278404745" sldId="2147481426"/>
            <ac:spMk id="11" creationId="{5AB54FA0-F900-1791-B96B-AD5B90572E6A}"/>
          </ac:spMkLst>
        </pc:spChg>
      </pc:sldChg>
      <pc:sldChg chg="addSp delSp modSp add mod delAnim">
        <pc:chgData name="Tran Thi Trang" userId="cf3c991b-a4d3-445b-9c82-12466f944b66" providerId="ADAL" clId="{02C60E0B-3460-437F-8561-D6A0D87F4F87}" dt="2025-12-02T09:34:02.123" v="1568" actId="1076"/>
        <pc:sldMkLst>
          <pc:docMk/>
          <pc:sldMk cId="714443864" sldId="2147481427"/>
        </pc:sldMkLst>
        <pc:picChg chg="add mod">
          <ac:chgData name="Tran Thi Trang" userId="cf3c991b-a4d3-445b-9c82-12466f944b66" providerId="ADAL" clId="{02C60E0B-3460-437F-8561-D6A0D87F4F87}" dt="2025-12-02T09:34:02.123" v="1568" actId="1076"/>
          <ac:picMkLst>
            <pc:docMk/>
            <pc:sldMk cId="714443864" sldId="2147481427"/>
            <ac:picMk id="8" creationId="{901A57D3-DA55-6BDE-DD57-C99670592A43}"/>
          </ac:picMkLst>
        </pc:picChg>
      </pc:sldChg>
      <pc:sldChg chg="addSp delSp modSp add mod">
        <pc:chgData name="Tran Thi Trang" userId="cf3c991b-a4d3-445b-9c82-12466f944b66" providerId="ADAL" clId="{02C60E0B-3460-437F-8561-D6A0D87F4F87}" dt="2025-12-02T09:38:09.232" v="1603" actId="1076"/>
        <pc:sldMkLst>
          <pc:docMk/>
          <pc:sldMk cId="3028289742" sldId="2147481428"/>
        </pc:sldMkLst>
        <pc:graphicFrameChg chg="add mod modGraphic">
          <ac:chgData name="Tran Thi Trang" userId="cf3c991b-a4d3-445b-9c82-12466f944b66" providerId="ADAL" clId="{02C60E0B-3460-437F-8561-D6A0D87F4F87}" dt="2025-12-02T09:38:09.232" v="1603" actId="1076"/>
          <ac:graphicFrameMkLst>
            <pc:docMk/>
            <pc:sldMk cId="3028289742" sldId="2147481428"/>
            <ac:graphicFrameMk id="2" creationId="{A33A6009-1279-2A65-AEF0-668E62CDEF9E}"/>
          </ac:graphicFrameMkLst>
        </pc:graphicFrame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roskills.com/en/training/courses/data-foundation-for-the-digital-oilfield~p18965" TargetMode="External"/><Relationship Id="rId2" Type="http://schemas.openxmlformats.org/officeDocument/2006/relationships/hyperlink" Target="https://www.petroskills.com/en/training/courses/well-performance-and-nodal-analysis-fundamentals~p18838" TargetMode="External"/><Relationship Id="rId1" Type="http://schemas.openxmlformats.org/officeDocument/2006/relationships/hyperlink" Target="https://www.petroskills.com/en/training/courses/reservoir-simulation-strategies-rss~p2955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roskills.com/en/training/courses/data-foundation-for-the-digital-oilfield~p18965" TargetMode="External"/><Relationship Id="rId2" Type="http://schemas.openxmlformats.org/officeDocument/2006/relationships/hyperlink" Target="https://www.petroskills.com/en/training/courses/well-performance-and-nodal-analysis-fundamentals~p18838" TargetMode="External"/><Relationship Id="rId1" Type="http://schemas.openxmlformats.org/officeDocument/2006/relationships/hyperlink" Target="https://www.petroskills.com/en/training/courses/reservoir-simulation-strategies-rss~p29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6B387-0131-452D-A4A2-57A57B44B666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B120B4-B7EC-4404-829C-8400B64B6555}">
      <dgm:prSet phldrT="[Text]" custT="1"/>
      <dgm:spPr>
        <a:noFill/>
      </dgm:spPr>
      <dgm:t>
        <a:bodyPr wrap="square" rtlCol="0"/>
        <a:lstStyle/>
        <a:p>
          <a:pPr>
            <a:buFont typeface="Arial" panose="020B0604020202020204" pitchFamily="34" charset="0"/>
            <a:buChar char="•"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Thu thập dữ liệu sơ bộ: địa chấn 2D/3D, tài liệu giếng cũ, báo cáo lịch sử.</a:t>
          </a:r>
        </a:p>
        <a:p>
          <a:pPr>
            <a:buFont typeface="Arial" panose="020B0604020202020204" pitchFamily="34" charset="0"/>
            <a:buChar char="•"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Đánh giá tiềm năng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tiềm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 trữ lượng sơ bộ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rủi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ro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ban</a:t>
          </a:r>
        </a:p>
        <a:p>
          <a:pPr>
            <a:buFont typeface="Arial" panose="020B0604020202020204" pitchFamily="34" charset="0"/>
            <a:buChar char="•"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Play – Prospect – Leads.</a:t>
          </a:r>
        </a:p>
        <a:p>
          <a:pPr>
            <a:buFont typeface="Arial" panose="020B0604020202020204" pitchFamily="34" charset="0"/>
            <a:buChar char="•"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So sánh kinh tế sơ bộ</a:t>
          </a:r>
        </a:p>
      </dgm:t>
    </dgm:pt>
    <dgm:pt modelId="{A5C0836A-AEDD-462F-ABE1-D276CF17BF1E}" type="parTrans" cxnId="{C5F92CF9-9AC4-45B6-B1C4-3965DDD39558}">
      <dgm:prSet/>
      <dgm:spPr/>
      <dgm:t>
        <a:bodyPr/>
        <a:lstStyle/>
        <a:p>
          <a:endParaRPr lang="en-US"/>
        </a:p>
      </dgm:t>
    </dgm:pt>
    <dgm:pt modelId="{91652A3D-6769-4193-B0BF-8C209E4D07C5}" type="sibTrans" cxnId="{C5F92CF9-9AC4-45B6-B1C4-3965DDD39558}">
      <dgm:prSet/>
      <dgm:spPr/>
      <dgm:t>
        <a:bodyPr/>
        <a:lstStyle/>
        <a:p>
          <a:endParaRPr lang="en-US"/>
        </a:p>
      </dgm:t>
    </dgm:pt>
    <dgm:pt modelId="{4204FD96-5BEC-447C-9955-28C112C0D300}">
      <dgm:prSet phldrT="[Text]" custT="1"/>
      <dgm:spPr>
        <a:noFill/>
        <a:ln>
          <a:noFill/>
        </a:ln>
        <a:effectLst/>
      </dgm:spPr>
      <dgm:t>
        <a:bodyPr spcFirstLastPara="0" vert="horz" wrap="square" lIns="41910" tIns="41910" rIns="41910" bIns="41910" numCol="1" spcCol="1270" anchor="t" anchorCtr="0"/>
        <a:lstStyle/>
        <a:p>
          <a:pPr>
            <a:buNone/>
          </a:pP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khoan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2) Khoan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3) Thu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thập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log – core – DST</a:t>
          </a:r>
        </a:p>
        <a:p>
          <a:pPr>
            <a:buNone/>
          </a:pP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sơ</a:t>
          </a: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err="1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vi-VN" sz="1200">
              <a:latin typeface="Times New Roman" panose="02020603050405020304" pitchFamily="18" charset="0"/>
              <a:cs typeface="Times New Roman" panose="02020603050405020304" pitchFamily="18" charset="0"/>
            </a:rPr>
            <a:t>Đánh giá kinh tế – thương mại</a:t>
          </a:r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6ABE98-9C4D-4AEF-B4B7-283737602796}" type="parTrans" cxnId="{820544C6-3B2E-4B26-88CD-C4B961141FE4}">
      <dgm:prSet/>
      <dgm:spPr/>
      <dgm:t>
        <a:bodyPr/>
        <a:lstStyle/>
        <a:p>
          <a:endParaRPr lang="en-US"/>
        </a:p>
      </dgm:t>
    </dgm:pt>
    <dgm:pt modelId="{49927444-E27B-4F11-92F2-090BBF85CCC3}" type="sibTrans" cxnId="{820544C6-3B2E-4B26-88CD-C4B961141FE4}">
      <dgm:prSet/>
      <dgm:spPr/>
      <dgm:t>
        <a:bodyPr/>
        <a:lstStyle/>
        <a:p>
          <a:endParaRPr lang="en-US"/>
        </a:p>
      </dgm:t>
    </dgm:pt>
    <dgm:pt modelId="{7C39D0F8-0FD4-4F26-94A2-C502F796380C}">
      <dgm:prSet phldrT="[Text]" phldr="0" custT="1"/>
      <dgm:spPr/>
      <dgm:t>
        <a:bodyPr/>
        <a:lstStyle/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Tính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toán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Lựa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chọn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án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(WHP/CPP/FPSO)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Dự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sản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Peak – Plateau – Decline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4) Tính CAPEX/OPEX – IRR – NPV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ODP/FDP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lên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PVN &amp;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Nhà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phê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duyệt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DD27C9-42A3-4717-A926-FBDA64724CEC}" type="parTrans" cxnId="{B87E312D-D7D3-4789-8DDA-34FAB3201B68}">
      <dgm:prSet/>
      <dgm:spPr/>
      <dgm:t>
        <a:bodyPr/>
        <a:lstStyle/>
        <a:p>
          <a:endParaRPr lang="en-US"/>
        </a:p>
      </dgm:t>
    </dgm:pt>
    <dgm:pt modelId="{CA85BE88-AA82-4A7B-A3D1-E0DADAB97350}" type="sibTrans" cxnId="{B87E312D-D7D3-4789-8DDA-34FAB3201B68}">
      <dgm:prSet/>
      <dgm:spPr/>
      <dgm:t>
        <a:bodyPr/>
        <a:lstStyle/>
        <a:p>
          <a:endParaRPr lang="en-US"/>
        </a:p>
      </dgm:t>
    </dgm:pt>
    <dgm:pt modelId="{87B1FA11-44A7-4F63-81E4-0B30F16DB726}">
      <dgm:prSet phldrT="[Text]" phldr="0" custT="1"/>
      <dgm:spPr/>
      <dgm:t>
        <a:bodyPr/>
        <a:lstStyle/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mua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sắm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lắp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Lắp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đặt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ống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giàn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FPSO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 Khoan &amp;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hoàn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thiện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Chạy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(Commissioning)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nghệ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AE4F8C-CFE2-4FE8-AF68-D1D780346B74}" type="parTrans" cxnId="{40D390A9-2F61-4A3A-9660-336119A3A541}">
      <dgm:prSet/>
      <dgm:spPr/>
      <dgm:t>
        <a:bodyPr/>
        <a:lstStyle/>
        <a:p>
          <a:endParaRPr lang="en-US"/>
        </a:p>
      </dgm:t>
    </dgm:pt>
    <dgm:pt modelId="{72E243EF-2F2D-41BA-8F19-D55A75E15F7F}" type="sibTrans" cxnId="{40D390A9-2F61-4A3A-9660-336119A3A541}">
      <dgm:prSet/>
      <dgm:spPr/>
      <dgm:t>
        <a:bodyPr/>
        <a:lstStyle/>
        <a:p>
          <a:endParaRPr lang="en-US"/>
        </a:p>
      </dgm:t>
    </dgm:pt>
    <dgm:pt modelId="{2F7CF735-4F94-40E1-ACD0-FAFBF43815BB}">
      <dgm:prSet phldrT="[Text]" phldr="0" custT="1"/>
      <dgm:spPr/>
      <dgm:t>
        <a:bodyPr/>
        <a:lstStyle/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Tối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ESP/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gaslift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Theo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dõi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thái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sản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suất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suất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nodal analysis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Chạy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forecast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kỳ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vào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sớm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– can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thiệp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giếng</a:t>
          </a:r>
          <a:br>
            <a:rPr lang="en-US"/>
          </a:br>
          <a:br>
            <a:rPr lang="en-US"/>
          </a:b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9423F5-E18B-47B2-82D2-001372DCACD8}" type="parTrans" cxnId="{475E2461-E668-41B8-9D2A-627090B37176}">
      <dgm:prSet/>
      <dgm:spPr/>
      <dgm:t>
        <a:bodyPr/>
        <a:lstStyle/>
        <a:p>
          <a:endParaRPr lang="en-US"/>
        </a:p>
      </dgm:t>
    </dgm:pt>
    <dgm:pt modelId="{D6C9922F-E08D-4E82-867D-B8B90AE5B029}" type="sibTrans" cxnId="{475E2461-E668-41B8-9D2A-627090B37176}">
      <dgm:prSet/>
      <dgm:spPr/>
      <dgm:t>
        <a:bodyPr/>
        <a:lstStyle/>
        <a:p>
          <a:endParaRPr lang="en-US"/>
        </a:p>
      </dgm:t>
    </dgm:pt>
    <dgm:pt modelId="{B79F3C56-B010-4944-BDE4-41BF683D60E0}">
      <dgm:prSet phldrT="[Text]" custT="1"/>
      <dgm:spPr/>
      <dgm:t>
        <a:bodyPr/>
        <a:lstStyle/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Thu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nổ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seismic 3D</a:t>
          </a: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khoan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Khoan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Trả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lời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câu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hỏi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“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dầu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khí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?”</a:t>
          </a:r>
        </a:p>
      </dgm:t>
    </dgm:pt>
    <dgm:pt modelId="{386E16AC-B312-479D-AB16-7AAFE2F3119C}" type="sibTrans" cxnId="{1FB99952-F9E9-4CAC-99B6-7C92F9A31F7D}">
      <dgm:prSet/>
      <dgm:spPr/>
      <dgm:t>
        <a:bodyPr/>
        <a:lstStyle/>
        <a:p>
          <a:endParaRPr lang="en-US"/>
        </a:p>
      </dgm:t>
    </dgm:pt>
    <dgm:pt modelId="{129C54B0-0D83-4B95-8B90-7E983DF2D2F9}" type="parTrans" cxnId="{1FB99952-F9E9-4CAC-99B6-7C92F9A31F7D}">
      <dgm:prSet/>
      <dgm:spPr/>
      <dgm:t>
        <a:bodyPr/>
        <a:lstStyle/>
        <a:p>
          <a:endParaRPr lang="en-US"/>
        </a:p>
      </dgm:t>
    </dgm:pt>
    <dgm:pt modelId="{18B37817-4B2C-43DC-99B9-4670009A4C00}">
      <dgm:prSet custT="1"/>
      <dgm:spPr/>
      <dgm:t>
        <a:bodyPr/>
        <a:lstStyle/>
        <a:p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Đóng giếng P&amp;A
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Tháo dỡ công trình
</a:t>
          </a:r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vi-VN" sz="1100">
              <a:latin typeface="Times New Roman" panose="02020603050405020304" pitchFamily="18" charset="0"/>
              <a:cs typeface="Times New Roman" panose="02020603050405020304" pitchFamily="18" charset="0"/>
            </a:rPr>
            <a:t>Phục hồi môi trường</a:t>
          </a:r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9318DB-50D9-435D-BF17-7BA1E602910E}" type="parTrans" cxnId="{78E6C222-84FD-402F-AF00-38FF5FF1C5CF}">
      <dgm:prSet/>
      <dgm:spPr/>
      <dgm:t>
        <a:bodyPr/>
        <a:lstStyle/>
        <a:p>
          <a:endParaRPr lang="en-US"/>
        </a:p>
      </dgm:t>
    </dgm:pt>
    <dgm:pt modelId="{42C83C27-80FC-45C5-BBF0-E1511BBB3A9F}" type="sibTrans" cxnId="{78E6C222-84FD-402F-AF00-38FF5FF1C5CF}">
      <dgm:prSet/>
      <dgm:spPr/>
      <dgm:t>
        <a:bodyPr/>
        <a:lstStyle/>
        <a:p>
          <a:endParaRPr lang="en-US"/>
        </a:p>
      </dgm:t>
    </dgm:pt>
    <dgm:pt modelId="{D690AADA-F521-4B36-969C-C1CFC21B2BB1}" type="pres">
      <dgm:prSet presAssocID="{0076B387-0131-452D-A4A2-57A57B44B666}" presName="rootnode" presStyleCnt="0">
        <dgm:presLayoutVars>
          <dgm:chMax/>
          <dgm:chPref/>
          <dgm:dir/>
          <dgm:animLvl val="lvl"/>
        </dgm:presLayoutVars>
      </dgm:prSet>
      <dgm:spPr/>
    </dgm:pt>
    <dgm:pt modelId="{5986B05F-BC7F-46A5-BBE9-00F327D7B5EE}" type="pres">
      <dgm:prSet presAssocID="{B9B120B4-B7EC-4404-829C-8400B64B6555}" presName="composite" presStyleCnt="0"/>
      <dgm:spPr/>
    </dgm:pt>
    <dgm:pt modelId="{1F66834A-ADD4-4C3E-BF2C-3D0B2F8D37FD}" type="pres">
      <dgm:prSet presAssocID="{B9B120B4-B7EC-4404-829C-8400B64B6555}" presName="LShape" presStyleLbl="alignNode1" presStyleIdx="0" presStyleCnt="13"/>
      <dgm:spPr/>
    </dgm:pt>
    <dgm:pt modelId="{A0FF8CC6-B415-4453-9CCB-2094B62B78CC}" type="pres">
      <dgm:prSet presAssocID="{B9B120B4-B7EC-4404-829C-8400B64B6555}" presName="ParentText" presStyleLbl="revTx" presStyleIdx="0" presStyleCnt="7" custScaleX="120485" custScaleY="220352" custLinFactNeighborX="10155" custLinFactNeighborY="64912">
        <dgm:presLayoutVars>
          <dgm:chMax val="0"/>
          <dgm:chPref val="0"/>
          <dgm:bulletEnabled val="1"/>
        </dgm:presLayoutVars>
      </dgm:prSet>
      <dgm:spPr>
        <a:xfrm>
          <a:off x="221209" y="4168282"/>
          <a:ext cx="1353785" cy="2614855"/>
        </a:xfrm>
        <a:prstGeom prst="rect">
          <a:avLst/>
        </a:prstGeom>
      </dgm:spPr>
    </dgm:pt>
    <dgm:pt modelId="{09677EB6-09FA-4E56-87C5-44B9D125218C}" type="pres">
      <dgm:prSet presAssocID="{B9B120B4-B7EC-4404-829C-8400B64B6555}" presName="Triangle" presStyleLbl="alignNode1" presStyleIdx="1" presStyleCnt="13"/>
      <dgm:spPr/>
    </dgm:pt>
    <dgm:pt modelId="{49FE48ED-AA75-42D8-9F1C-0C83A4A453DF}" type="pres">
      <dgm:prSet presAssocID="{91652A3D-6769-4193-B0BF-8C209E4D07C5}" presName="sibTrans" presStyleCnt="0"/>
      <dgm:spPr/>
    </dgm:pt>
    <dgm:pt modelId="{D7522C87-74B3-49A9-953A-BFF4B11CABB6}" type="pres">
      <dgm:prSet presAssocID="{91652A3D-6769-4193-B0BF-8C209E4D07C5}" presName="space" presStyleCnt="0"/>
      <dgm:spPr/>
    </dgm:pt>
    <dgm:pt modelId="{94190225-A2B4-49A1-B7CB-134E10915CEB}" type="pres">
      <dgm:prSet presAssocID="{B79F3C56-B010-4944-BDE4-41BF683D60E0}" presName="composite" presStyleCnt="0"/>
      <dgm:spPr/>
    </dgm:pt>
    <dgm:pt modelId="{0ED25B4F-44A7-499F-8327-A54273A3F94F}" type="pres">
      <dgm:prSet presAssocID="{B79F3C56-B010-4944-BDE4-41BF683D60E0}" presName="LShape" presStyleLbl="alignNode1" presStyleIdx="2" presStyleCnt="13"/>
      <dgm:spPr/>
    </dgm:pt>
    <dgm:pt modelId="{A41A3435-D479-4DE0-A4CC-03F1897D7E78}" type="pres">
      <dgm:prSet presAssocID="{B79F3C56-B010-4944-BDE4-41BF683D60E0}" presName="ParentText" presStyleLbl="revTx" presStyleIdx="1" presStyleCnt="7" custScaleX="106224" custLinFactNeighborX="4747" custLinFactNeighborY="7446">
        <dgm:presLayoutVars>
          <dgm:chMax val="0"/>
          <dgm:chPref val="0"/>
          <dgm:bulletEnabled val="1"/>
        </dgm:presLayoutVars>
      </dgm:prSet>
      <dgm:spPr/>
    </dgm:pt>
    <dgm:pt modelId="{007BC037-B90E-4655-BC5D-93BF16C2B5EB}" type="pres">
      <dgm:prSet presAssocID="{B79F3C56-B010-4944-BDE4-41BF683D60E0}" presName="Triangle" presStyleLbl="alignNode1" presStyleIdx="3" presStyleCnt="13"/>
      <dgm:spPr/>
    </dgm:pt>
    <dgm:pt modelId="{77C701F8-A0EF-40D5-9D22-083C88ED067C}" type="pres">
      <dgm:prSet presAssocID="{386E16AC-B312-479D-AB16-7AAFE2F3119C}" presName="sibTrans" presStyleCnt="0"/>
      <dgm:spPr/>
    </dgm:pt>
    <dgm:pt modelId="{AC5FD48A-6AD7-4653-88BD-BF7427EDE9CB}" type="pres">
      <dgm:prSet presAssocID="{386E16AC-B312-479D-AB16-7AAFE2F3119C}" presName="space" presStyleCnt="0"/>
      <dgm:spPr/>
    </dgm:pt>
    <dgm:pt modelId="{87064CD3-5C13-466B-A180-52594BBF582C}" type="pres">
      <dgm:prSet presAssocID="{4204FD96-5BEC-447C-9955-28C112C0D300}" presName="composite" presStyleCnt="0"/>
      <dgm:spPr/>
    </dgm:pt>
    <dgm:pt modelId="{34A644F4-6DAD-4F87-A223-F93C4574A3E7}" type="pres">
      <dgm:prSet presAssocID="{4204FD96-5BEC-447C-9955-28C112C0D300}" presName="LShape" presStyleLbl="alignNode1" presStyleIdx="4" presStyleCnt="13"/>
      <dgm:spPr/>
    </dgm:pt>
    <dgm:pt modelId="{00FAB353-5BC0-4F25-B943-8D269B613684}" type="pres">
      <dgm:prSet presAssocID="{4204FD96-5BEC-447C-9955-28C112C0D300}" presName="ParentText" presStyleLbl="revTx" presStyleIdx="2" presStyleCnt="7">
        <dgm:presLayoutVars>
          <dgm:chMax val="0"/>
          <dgm:chPref val="0"/>
          <dgm:bulletEnabled val="1"/>
        </dgm:presLayoutVars>
      </dgm:prSet>
      <dgm:spPr>
        <a:xfrm>
          <a:off x="3491602" y="3132346"/>
          <a:ext cx="1262797" cy="1106916"/>
        </a:xfrm>
        <a:prstGeom prst="rect">
          <a:avLst/>
        </a:prstGeom>
      </dgm:spPr>
    </dgm:pt>
    <dgm:pt modelId="{3B25B6D9-8832-4C75-AA23-AD69100A0C15}" type="pres">
      <dgm:prSet presAssocID="{4204FD96-5BEC-447C-9955-28C112C0D300}" presName="Triangle" presStyleLbl="alignNode1" presStyleIdx="5" presStyleCnt="13"/>
      <dgm:spPr/>
    </dgm:pt>
    <dgm:pt modelId="{42F3DE2F-6FC2-4872-A309-1AEB5F85C130}" type="pres">
      <dgm:prSet presAssocID="{49927444-E27B-4F11-92F2-090BBF85CCC3}" presName="sibTrans" presStyleCnt="0"/>
      <dgm:spPr/>
    </dgm:pt>
    <dgm:pt modelId="{BBB52139-D21B-4194-9934-2065CD23F6E8}" type="pres">
      <dgm:prSet presAssocID="{49927444-E27B-4F11-92F2-090BBF85CCC3}" presName="space" presStyleCnt="0"/>
      <dgm:spPr/>
    </dgm:pt>
    <dgm:pt modelId="{F9F42DFD-1D23-4BFA-96B3-E73DC0768EBA}" type="pres">
      <dgm:prSet presAssocID="{7C39D0F8-0FD4-4F26-94A2-C502F796380C}" presName="composite" presStyleCnt="0"/>
      <dgm:spPr/>
    </dgm:pt>
    <dgm:pt modelId="{F5B11453-DDFF-4EFA-8CCB-F9A691AF8C4A}" type="pres">
      <dgm:prSet presAssocID="{7C39D0F8-0FD4-4F26-94A2-C502F796380C}" presName="LShape" presStyleLbl="alignNode1" presStyleIdx="6" presStyleCnt="13"/>
      <dgm:spPr/>
    </dgm:pt>
    <dgm:pt modelId="{8C00D006-B870-4C19-B1AE-2E369504B838}" type="pres">
      <dgm:prSet presAssocID="{7C39D0F8-0FD4-4F26-94A2-C502F796380C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3CC7F901-A782-4516-B037-754ABC9135E7}" type="pres">
      <dgm:prSet presAssocID="{7C39D0F8-0FD4-4F26-94A2-C502F796380C}" presName="Triangle" presStyleLbl="alignNode1" presStyleIdx="7" presStyleCnt="13"/>
      <dgm:spPr/>
    </dgm:pt>
    <dgm:pt modelId="{174AFE5D-C702-4834-BBA2-7D5B3C1C8FD4}" type="pres">
      <dgm:prSet presAssocID="{CA85BE88-AA82-4A7B-A3D1-E0DADAB97350}" presName="sibTrans" presStyleCnt="0"/>
      <dgm:spPr/>
    </dgm:pt>
    <dgm:pt modelId="{BBFA7A25-F139-44D4-BC93-6D96588531EB}" type="pres">
      <dgm:prSet presAssocID="{CA85BE88-AA82-4A7B-A3D1-E0DADAB97350}" presName="space" presStyleCnt="0"/>
      <dgm:spPr/>
    </dgm:pt>
    <dgm:pt modelId="{F9A18A46-989F-47B1-9640-1F1FE276B096}" type="pres">
      <dgm:prSet presAssocID="{87B1FA11-44A7-4F63-81E4-0B30F16DB726}" presName="composite" presStyleCnt="0"/>
      <dgm:spPr/>
    </dgm:pt>
    <dgm:pt modelId="{FF95F69E-9962-491F-8AE2-0974E429AC7D}" type="pres">
      <dgm:prSet presAssocID="{87B1FA11-44A7-4F63-81E4-0B30F16DB726}" presName="LShape" presStyleLbl="alignNode1" presStyleIdx="8" presStyleCnt="13"/>
      <dgm:spPr/>
    </dgm:pt>
    <dgm:pt modelId="{02147632-7A90-4705-8A5B-759FF6D580D3}" type="pres">
      <dgm:prSet presAssocID="{87B1FA11-44A7-4F63-81E4-0B30F16DB726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6F5A71AB-D011-459D-A20F-4F3E8E876507}" type="pres">
      <dgm:prSet presAssocID="{87B1FA11-44A7-4F63-81E4-0B30F16DB726}" presName="Triangle" presStyleLbl="alignNode1" presStyleIdx="9" presStyleCnt="13"/>
      <dgm:spPr/>
    </dgm:pt>
    <dgm:pt modelId="{C811A2A5-F9D8-43BE-BD2E-6F6A9DE59D98}" type="pres">
      <dgm:prSet presAssocID="{72E243EF-2F2D-41BA-8F19-D55A75E15F7F}" presName="sibTrans" presStyleCnt="0"/>
      <dgm:spPr/>
    </dgm:pt>
    <dgm:pt modelId="{D4B77ADE-1E27-4E77-86C3-A0FC027E5B2E}" type="pres">
      <dgm:prSet presAssocID="{72E243EF-2F2D-41BA-8F19-D55A75E15F7F}" presName="space" presStyleCnt="0"/>
      <dgm:spPr/>
    </dgm:pt>
    <dgm:pt modelId="{ACFDBA22-A684-4498-A1C7-4D04087D9EEF}" type="pres">
      <dgm:prSet presAssocID="{2F7CF735-4F94-40E1-ACD0-FAFBF43815BB}" presName="composite" presStyleCnt="0"/>
      <dgm:spPr/>
    </dgm:pt>
    <dgm:pt modelId="{1EC430D8-D159-4D73-9B41-237830766C9F}" type="pres">
      <dgm:prSet presAssocID="{2F7CF735-4F94-40E1-ACD0-FAFBF43815BB}" presName="LShape" presStyleLbl="alignNode1" presStyleIdx="10" presStyleCnt="13"/>
      <dgm:spPr/>
    </dgm:pt>
    <dgm:pt modelId="{17E28D25-6DA7-4737-AC1B-494B9985B99A}" type="pres">
      <dgm:prSet presAssocID="{2F7CF735-4F94-40E1-ACD0-FAFBF43815BB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B03ABE19-6D62-4E9F-8C74-F92CF6673579}" type="pres">
      <dgm:prSet presAssocID="{2F7CF735-4F94-40E1-ACD0-FAFBF43815BB}" presName="Triangle" presStyleLbl="alignNode1" presStyleIdx="11" presStyleCnt="13"/>
      <dgm:spPr/>
    </dgm:pt>
    <dgm:pt modelId="{B17557B8-7BD0-40D6-AA77-5CF0A9D5B2DC}" type="pres">
      <dgm:prSet presAssocID="{D6C9922F-E08D-4E82-867D-B8B90AE5B029}" presName="sibTrans" presStyleCnt="0"/>
      <dgm:spPr/>
    </dgm:pt>
    <dgm:pt modelId="{9F07160C-2978-434C-A1FC-C769F02CFA25}" type="pres">
      <dgm:prSet presAssocID="{D6C9922F-E08D-4E82-867D-B8B90AE5B029}" presName="space" presStyleCnt="0"/>
      <dgm:spPr/>
    </dgm:pt>
    <dgm:pt modelId="{4BC0FDFB-463C-4B5E-8ABB-A6C9AF17F8E7}" type="pres">
      <dgm:prSet presAssocID="{18B37817-4B2C-43DC-99B9-4670009A4C00}" presName="composite" presStyleCnt="0"/>
      <dgm:spPr/>
    </dgm:pt>
    <dgm:pt modelId="{63EB0615-D55A-4F38-AEEB-77D5FBE134A8}" type="pres">
      <dgm:prSet presAssocID="{18B37817-4B2C-43DC-99B9-4670009A4C00}" presName="LShape" presStyleLbl="alignNode1" presStyleIdx="12" presStyleCnt="13"/>
      <dgm:spPr/>
    </dgm:pt>
    <dgm:pt modelId="{256CE4E4-2279-4DD2-990D-8C7395D5A1FE}" type="pres">
      <dgm:prSet presAssocID="{18B37817-4B2C-43DC-99B9-4670009A4C00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CCAD011-F753-4C02-AA74-CD4DE7422FD4}" type="presOf" srcId="{7C39D0F8-0FD4-4F26-94A2-C502F796380C}" destId="{8C00D006-B870-4C19-B1AE-2E369504B838}" srcOrd="0" destOrd="0" presId="urn:microsoft.com/office/officeart/2009/3/layout/StepUpProcess"/>
    <dgm:cxn modelId="{11D7D01B-3192-46AF-9405-818A3202A147}" type="presOf" srcId="{B9B120B4-B7EC-4404-829C-8400B64B6555}" destId="{A0FF8CC6-B415-4453-9CCB-2094B62B78CC}" srcOrd="0" destOrd="0" presId="urn:microsoft.com/office/officeart/2009/3/layout/StepUpProcess"/>
    <dgm:cxn modelId="{78E6C222-84FD-402F-AF00-38FF5FF1C5CF}" srcId="{0076B387-0131-452D-A4A2-57A57B44B666}" destId="{18B37817-4B2C-43DC-99B9-4670009A4C00}" srcOrd="6" destOrd="0" parTransId="{629318DB-50D9-435D-BF17-7BA1E602910E}" sibTransId="{42C83C27-80FC-45C5-BBF0-E1511BBB3A9F}"/>
    <dgm:cxn modelId="{F73D9925-877F-4D40-A29C-17E92256A26B}" type="presOf" srcId="{0076B387-0131-452D-A4A2-57A57B44B666}" destId="{D690AADA-F521-4B36-969C-C1CFC21B2BB1}" srcOrd="0" destOrd="0" presId="urn:microsoft.com/office/officeart/2009/3/layout/StepUpProcess"/>
    <dgm:cxn modelId="{B87E312D-D7D3-4789-8DDA-34FAB3201B68}" srcId="{0076B387-0131-452D-A4A2-57A57B44B666}" destId="{7C39D0F8-0FD4-4F26-94A2-C502F796380C}" srcOrd="3" destOrd="0" parTransId="{14DD27C9-42A3-4717-A926-FBDA64724CEC}" sibTransId="{CA85BE88-AA82-4A7B-A3D1-E0DADAB97350}"/>
    <dgm:cxn modelId="{F6EFC45B-83FC-47CA-9B9D-ADCC1B7642C2}" type="presOf" srcId="{4204FD96-5BEC-447C-9955-28C112C0D300}" destId="{00FAB353-5BC0-4F25-B943-8D269B613684}" srcOrd="0" destOrd="0" presId="urn:microsoft.com/office/officeart/2009/3/layout/StepUpProcess"/>
    <dgm:cxn modelId="{475E2461-E668-41B8-9D2A-627090B37176}" srcId="{0076B387-0131-452D-A4A2-57A57B44B666}" destId="{2F7CF735-4F94-40E1-ACD0-FAFBF43815BB}" srcOrd="5" destOrd="0" parTransId="{4F9423F5-E18B-47B2-82D2-001372DCACD8}" sibTransId="{D6C9922F-E08D-4E82-867D-B8B90AE5B029}"/>
    <dgm:cxn modelId="{1FB99952-F9E9-4CAC-99B6-7C92F9A31F7D}" srcId="{0076B387-0131-452D-A4A2-57A57B44B666}" destId="{B79F3C56-B010-4944-BDE4-41BF683D60E0}" srcOrd="1" destOrd="0" parTransId="{129C54B0-0D83-4B95-8B90-7E983DF2D2F9}" sibTransId="{386E16AC-B312-479D-AB16-7AAFE2F3119C}"/>
    <dgm:cxn modelId="{4365B8A7-AD17-4D0A-B522-DE8D87E4EA6F}" type="presOf" srcId="{18B37817-4B2C-43DC-99B9-4670009A4C00}" destId="{256CE4E4-2279-4DD2-990D-8C7395D5A1FE}" srcOrd="0" destOrd="0" presId="urn:microsoft.com/office/officeart/2009/3/layout/StepUpProcess"/>
    <dgm:cxn modelId="{40D390A9-2F61-4A3A-9660-336119A3A541}" srcId="{0076B387-0131-452D-A4A2-57A57B44B666}" destId="{87B1FA11-44A7-4F63-81E4-0B30F16DB726}" srcOrd="4" destOrd="0" parTransId="{AAAE4F8C-CFE2-4FE8-AF68-D1D780346B74}" sibTransId="{72E243EF-2F2D-41BA-8F19-D55A75E15F7F}"/>
    <dgm:cxn modelId="{3BF65BB2-7B41-4362-969D-C32EB1C7DBDB}" type="presOf" srcId="{87B1FA11-44A7-4F63-81E4-0B30F16DB726}" destId="{02147632-7A90-4705-8A5B-759FF6D580D3}" srcOrd="0" destOrd="0" presId="urn:microsoft.com/office/officeart/2009/3/layout/StepUpProcess"/>
    <dgm:cxn modelId="{820544C6-3B2E-4B26-88CD-C4B961141FE4}" srcId="{0076B387-0131-452D-A4A2-57A57B44B666}" destId="{4204FD96-5BEC-447C-9955-28C112C0D300}" srcOrd="2" destOrd="0" parTransId="{A46ABE98-9C4D-4AEF-B4B7-283737602796}" sibTransId="{49927444-E27B-4F11-92F2-090BBF85CCC3}"/>
    <dgm:cxn modelId="{51C70BCE-7614-4620-BA10-4E7377842641}" type="presOf" srcId="{2F7CF735-4F94-40E1-ACD0-FAFBF43815BB}" destId="{17E28D25-6DA7-4737-AC1B-494B9985B99A}" srcOrd="0" destOrd="0" presId="urn:microsoft.com/office/officeart/2009/3/layout/StepUpProcess"/>
    <dgm:cxn modelId="{28054ADD-DFB8-403B-B6EA-C33D8FC7E9A3}" type="presOf" srcId="{B79F3C56-B010-4944-BDE4-41BF683D60E0}" destId="{A41A3435-D479-4DE0-A4CC-03F1897D7E78}" srcOrd="0" destOrd="0" presId="urn:microsoft.com/office/officeart/2009/3/layout/StepUpProcess"/>
    <dgm:cxn modelId="{C5F92CF9-9AC4-45B6-B1C4-3965DDD39558}" srcId="{0076B387-0131-452D-A4A2-57A57B44B666}" destId="{B9B120B4-B7EC-4404-829C-8400B64B6555}" srcOrd="0" destOrd="0" parTransId="{A5C0836A-AEDD-462F-ABE1-D276CF17BF1E}" sibTransId="{91652A3D-6769-4193-B0BF-8C209E4D07C5}"/>
    <dgm:cxn modelId="{46542136-BDA0-42D6-A079-11ECABDB054A}" type="presParOf" srcId="{D690AADA-F521-4B36-969C-C1CFC21B2BB1}" destId="{5986B05F-BC7F-46A5-BBE9-00F327D7B5EE}" srcOrd="0" destOrd="0" presId="urn:microsoft.com/office/officeart/2009/3/layout/StepUpProcess"/>
    <dgm:cxn modelId="{815915A8-D68C-4512-8B8D-48440C908C3B}" type="presParOf" srcId="{5986B05F-BC7F-46A5-BBE9-00F327D7B5EE}" destId="{1F66834A-ADD4-4C3E-BF2C-3D0B2F8D37FD}" srcOrd="0" destOrd="0" presId="urn:microsoft.com/office/officeart/2009/3/layout/StepUpProcess"/>
    <dgm:cxn modelId="{4AB6954F-B72B-430E-BB7E-F1D7A70BEFEE}" type="presParOf" srcId="{5986B05F-BC7F-46A5-BBE9-00F327D7B5EE}" destId="{A0FF8CC6-B415-4453-9CCB-2094B62B78CC}" srcOrd="1" destOrd="0" presId="urn:microsoft.com/office/officeart/2009/3/layout/StepUpProcess"/>
    <dgm:cxn modelId="{6B175DDA-E77F-4DFB-ABAA-8077A55326EA}" type="presParOf" srcId="{5986B05F-BC7F-46A5-BBE9-00F327D7B5EE}" destId="{09677EB6-09FA-4E56-87C5-44B9D125218C}" srcOrd="2" destOrd="0" presId="urn:microsoft.com/office/officeart/2009/3/layout/StepUpProcess"/>
    <dgm:cxn modelId="{8AD2E55A-1CB9-4F43-BF4F-C98809AC6513}" type="presParOf" srcId="{D690AADA-F521-4B36-969C-C1CFC21B2BB1}" destId="{49FE48ED-AA75-42D8-9F1C-0C83A4A453DF}" srcOrd="1" destOrd="0" presId="urn:microsoft.com/office/officeart/2009/3/layout/StepUpProcess"/>
    <dgm:cxn modelId="{A350A810-FCEF-44E0-B357-476CAF58E386}" type="presParOf" srcId="{49FE48ED-AA75-42D8-9F1C-0C83A4A453DF}" destId="{D7522C87-74B3-49A9-953A-BFF4B11CABB6}" srcOrd="0" destOrd="0" presId="urn:microsoft.com/office/officeart/2009/3/layout/StepUpProcess"/>
    <dgm:cxn modelId="{8CCA96B3-C2B7-42D7-B482-09ED9D5281DB}" type="presParOf" srcId="{D690AADA-F521-4B36-969C-C1CFC21B2BB1}" destId="{94190225-A2B4-49A1-B7CB-134E10915CEB}" srcOrd="2" destOrd="0" presId="urn:microsoft.com/office/officeart/2009/3/layout/StepUpProcess"/>
    <dgm:cxn modelId="{CD63CE4A-29DD-4BC2-B4CC-754919BB598F}" type="presParOf" srcId="{94190225-A2B4-49A1-B7CB-134E10915CEB}" destId="{0ED25B4F-44A7-499F-8327-A54273A3F94F}" srcOrd="0" destOrd="0" presId="urn:microsoft.com/office/officeart/2009/3/layout/StepUpProcess"/>
    <dgm:cxn modelId="{27050A33-3570-4760-8560-EA01B2F1F653}" type="presParOf" srcId="{94190225-A2B4-49A1-B7CB-134E10915CEB}" destId="{A41A3435-D479-4DE0-A4CC-03F1897D7E78}" srcOrd="1" destOrd="0" presId="urn:microsoft.com/office/officeart/2009/3/layout/StepUpProcess"/>
    <dgm:cxn modelId="{B1992EB3-1C1B-4F03-8B5C-CB1DB5F19232}" type="presParOf" srcId="{94190225-A2B4-49A1-B7CB-134E10915CEB}" destId="{007BC037-B90E-4655-BC5D-93BF16C2B5EB}" srcOrd="2" destOrd="0" presId="urn:microsoft.com/office/officeart/2009/3/layout/StepUpProcess"/>
    <dgm:cxn modelId="{493B6686-61FD-4ED3-A741-073155D6CAEA}" type="presParOf" srcId="{D690AADA-F521-4B36-969C-C1CFC21B2BB1}" destId="{77C701F8-A0EF-40D5-9D22-083C88ED067C}" srcOrd="3" destOrd="0" presId="urn:microsoft.com/office/officeart/2009/3/layout/StepUpProcess"/>
    <dgm:cxn modelId="{ABC158DB-0895-429B-9792-885C15865CC0}" type="presParOf" srcId="{77C701F8-A0EF-40D5-9D22-083C88ED067C}" destId="{AC5FD48A-6AD7-4653-88BD-BF7427EDE9CB}" srcOrd="0" destOrd="0" presId="urn:microsoft.com/office/officeart/2009/3/layout/StepUpProcess"/>
    <dgm:cxn modelId="{03322DCB-1B01-41F7-9AA1-4C35DFB5489F}" type="presParOf" srcId="{D690AADA-F521-4B36-969C-C1CFC21B2BB1}" destId="{87064CD3-5C13-466B-A180-52594BBF582C}" srcOrd="4" destOrd="0" presId="urn:microsoft.com/office/officeart/2009/3/layout/StepUpProcess"/>
    <dgm:cxn modelId="{2A979DB5-B2A1-4E59-83D4-1AEA15D1783D}" type="presParOf" srcId="{87064CD3-5C13-466B-A180-52594BBF582C}" destId="{34A644F4-6DAD-4F87-A223-F93C4574A3E7}" srcOrd="0" destOrd="0" presId="urn:microsoft.com/office/officeart/2009/3/layout/StepUpProcess"/>
    <dgm:cxn modelId="{7E3162F3-0C4F-49DE-BA57-A51A4A82BBF7}" type="presParOf" srcId="{87064CD3-5C13-466B-A180-52594BBF582C}" destId="{00FAB353-5BC0-4F25-B943-8D269B613684}" srcOrd="1" destOrd="0" presId="urn:microsoft.com/office/officeart/2009/3/layout/StepUpProcess"/>
    <dgm:cxn modelId="{4A6652DE-64DA-4555-8F6E-78B845756E1A}" type="presParOf" srcId="{87064CD3-5C13-466B-A180-52594BBF582C}" destId="{3B25B6D9-8832-4C75-AA23-AD69100A0C15}" srcOrd="2" destOrd="0" presId="urn:microsoft.com/office/officeart/2009/3/layout/StepUpProcess"/>
    <dgm:cxn modelId="{F451D424-A28D-432C-B28E-5C1A6D1EF3FA}" type="presParOf" srcId="{D690AADA-F521-4B36-969C-C1CFC21B2BB1}" destId="{42F3DE2F-6FC2-4872-A309-1AEB5F85C130}" srcOrd="5" destOrd="0" presId="urn:microsoft.com/office/officeart/2009/3/layout/StepUpProcess"/>
    <dgm:cxn modelId="{B3D044D9-D875-4C07-B7DD-5F1B0D7BF801}" type="presParOf" srcId="{42F3DE2F-6FC2-4872-A309-1AEB5F85C130}" destId="{BBB52139-D21B-4194-9934-2065CD23F6E8}" srcOrd="0" destOrd="0" presId="urn:microsoft.com/office/officeart/2009/3/layout/StepUpProcess"/>
    <dgm:cxn modelId="{5EFA627A-CFBE-414D-978B-C0BB6BC0095A}" type="presParOf" srcId="{D690AADA-F521-4B36-969C-C1CFC21B2BB1}" destId="{F9F42DFD-1D23-4BFA-96B3-E73DC0768EBA}" srcOrd="6" destOrd="0" presId="urn:microsoft.com/office/officeart/2009/3/layout/StepUpProcess"/>
    <dgm:cxn modelId="{CBC27A3E-AAC0-4D8E-81D9-C2680653CD31}" type="presParOf" srcId="{F9F42DFD-1D23-4BFA-96B3-E73DC0768EBA}" destId="{F5B11453-DDFF-4EFA-8CCB-F9A691AF8C4A}" srcOrd="0" destOrd="0" presId="urn:microsoft.com/office/officeart/2009/3/layout/StepUpProcess"/>
    <dgm:cxn modelId="{16C4286C-55F7-4B80-8557-46D5BFF587CE}" type="presParOf" srcId="{F9F42DFD-1D23-4BFA-96B3-E73DC0768EBA}" destId="{8C00D006-B870-4C19-B1AE-2E369504B838}" srcOrd="1" destOrd="0" presId="urn:microsoft.com/office/officeart/2009/3/layout/StepUpProcess"/>
    <dgm:cxn modelId="{8FEFEC48-5E80-4CC8-83D5-D1FFBE248C5A}" type="presParOf" srcId="{F9F42DFD-1D23-4BFA-96B3-E73DC0768EBA}" destId="{3CC7F901-A782-4516-B037-754ABC9135E7}" srcOrd="2" destOrd="0" presId="urn:microsoft.com/office/officeart/2009/3/layout/StepUpProcess"/>
    <dgm:cxn modelId="{42A33A73-8F61-42F8-8CCE-058BE5B7BDC6}" type="presParOf" srcId="{D690AADA-F521-4B36-969C-C1CFC21B2BB1}" destId="{174AFE5D-C702-4834-BBA2-7D5B3C1C8FD4}" srcOrd="7" destOrd="0" presId="urn:microsoft.com/office/officeart/2009/3/layout/StepUpProcess"/>
    <dgm:cxn modelId="{78AB5BF1-615A-4FFC-9D23-571014DB2816}" type="presParOf" srcId="{174AFE5D-C702-4834-BBA2-7D5B3C1C8FD4}" destId="{BBFA7A25-F139-44D4-BC93-6D96588531EB}" srcOrd="0" destOrd="0" presId="urn:microsoft.com/office/officeart/2009/3/layout/StepUpProcess"/>
    <dgm:cxn modelId="{A281AC09-2A9C-40B9-86F6-638F06D998CE}" type="presParOf" srcId="{D690AADA-F521-4B36-969C-C1CFC21B2BB1}" destId="{F9A18A46-989F-47B1-9640-1F1FE276B096}" srcOrd="8" destOrd="0" presId="urn:microsoft.com/office/officeart/2009/3/layout/StepUpProcess"/>
    <dgm:cxn modelId="{331CADB8-5840-40B0-B904-34F8300CB556}" type="presParOf" srcId="{F9A18A46-989F-47B1-9640-1F1FE276B096}" destId="{FF95F69E-9962-491F-8AE2-0974E429AC7D}" srcOrd="0" destOrd="0" presId="urn:microsoft.com/office/officeart/2009/3/layout/StepUpProcess"/>
    <dgm:cxn modelId="{6D63D009-FEFF-403C-8F42-98C8DBB6BA47}" type="presParOf" srcId="{F9A18A46-989F-47B1-9640-1F1FE276B096}" destId="{02147632-7A90-4705-8A5B-759FF6D580D3}" srcOrd="1" destOrd="0" presId="urn:microsoft.com/office/officeart/2009/3/layout/StepUpProcess"/>
    <dgm:cxn modelId="{B6879458-DAAB-4921-8A70-D877EFD36290}" type="presParOf" srcId="{F9A18A46-989F-47B1-9640-1F1FE276B096}" destId="{6F5A71AB-D011-459D-A20F-4F3E8E876507}" srcOrd="2" destOrd="0" presId="urn:microsoft.com/office/officeart/2009/3/layout/StepUpProcess"/>
    <dgm:cxn modelId="{11F44245-ACB4-40C8-B3CC-C7F1B0338AEF}" type="presParOf" srcId="{D690AADA-F521-4B36-969C-C1CFC21B2BB1}" destId="{C811A2A5-F9D8-43BE-BD2E-6F6A9DE59D98}" srcOrd="9" destOrd="0" presId="urn:microsoft.com/office/officeart/2009/3/layout/StepUpProcess"/>
    <dgm:cxn modelId="{79335573-2E2A-403E-8FC1-81D4CD2F31B5}" type="presParOf" srcId="{C811A2A5-F9D8-43BE-BD2E-6F6A9DE59D98}" destId="{D4B77ADE-1E27-4E77-86C3-A0FC027E5B2E}" srcOrd="0" destOrd="0" presId="urn:microsoft.com/office/officeart/2009/3/layout/StepUpProcess"/>
    <dgm:cxn modelId="{8E0779BD-3E0A-4C3E-98F5-F5F90FC3B3D1}" type="presParOf" srcId="{D690AADA-F521-4B36-969C-C1CFC21B2BB1}" destId="{ACFDBA22-A684-4498-A1C7-4D04087D9EEF}" srcOrd="10" destOrd="0" presId="urn:microsoft.com/office/officeart/2009/3/layout/StepUpProcess"/>
    <dgm:cxn modelId="{D165D502-3336-4A4F-B425-7AF2E7439A5B}" type="presParOf" srcId="{ACFDBA22-A684-4498-A1C7-4D04087D9EEF}" destId="{1EC430D8-D159-4D73-9B41-237830766C9F}" srcOrd="0" destOrd="0" presId="urn:microsoft.com/office/officeart/2009/3/layout/StepUpProcess"/>
    <dgm:cxn modelId="{F38172DE-0F8A-44D3-AD2A-33D0FB55A469}" type="presParOf" srcId="{ACFDBA22-A684-4498-A1C7-4D04087D9EEF}" destId="{17E28D25-6DA7-4737-AC1B-494B9985B99A}" srcOrd="1" destOrd="0" presId="urn:microsoft.com/office/officeart/2009/3/layout/StepUpProcess"/>
    <dgm:cxn modelId="{A227BE47-B9D7-4BBA-AC72-C5AFCA263698}" type="presParOf" srcId="{ACFDBA22-A684-4498-A1C7-4D04087D9EEF}" destId="{B03ABE19-6D62-4E9F-8C74-F92CF6673579}" srcOrd="2" destOrd="0" presId="urn:microsoft.com/office/officeart/2009/3/layout/StepUpProcess"/>
    <dgm:cxn modelId="{937C770A-F437-4135-816D-B0A1BF5202BF}" type="presParOf" srcId="{D690AADA-F521-4B36-969C-C1CFC21B2BB1}" destId="{B17557B8-7BD0-40D6-AA77-5CF0A9D5B2DC}" srcOrd="11" destOrd="0" presId="urn:microsoft.com/office/officeart/2009/3/layout/StepUpProcess"/>
    <dgm:cxn modelId="{E9982143-F3E8-4D6E-A2B3-2203DA17A251}" type="presParOf" srcId="{B17557B8-7BD0-40D6-AA77-5CF0A9D5B2DC}" destId="{9F07160C-2978-434C-A1FC-C769F02CFA25}" srcOrd="0" destOrd="0" presId="urn:microsoft.com/office/officeart/2009/3/layout/StepUpProcess"/>
    <dgm:cxn modelId="{BD6369BC-693E-47F7-A0EF-BBAEF26D97C1}" type="presParOf" srcId="{D690AADA-F521-4B36-969C-C1CFC21B2BB1}" destId="{4BC0FDFB-463C-4B5E-8ABB-A6C9AF17F8E7}" srcOrd="12" destOrd="0" presId="urn:microsoft.com/office/officeart/2009/3/layout/StepUpProcess"/>
    <dgm:cxn modelId="{86FE5C13-09D9-4442-A45A-C72600DCA920}" type="presParOf" srcId="{4BC0FDFB-463C-4B5E-8ABB-A6C9AF17F8E7}" destId="{63EB0615-D55A-4F38-AEEB-77D5FBE134A8}" srcOrd="0" destOrd="0" presId="urn:microsoft.com/office/officeart/2009/3/layout/StepUpProcess"/>
    <dgm:cxn modelId="{062136FE-3A5B-475F-A44A-36A88CAEEC93}" type="presParOf" srcId="{4BC0FDFB-463C-4B5E-8ABB-A6C9AF17F8E7}" destId="{256CE4E4-2279-4DD2-990D-8C7395D5A1F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76B387-0131-452D-A4A2-57A57B44B666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B120B4-B7EC-4404-829C-8400B64B6555}">
      <dgm:prSet phldrT="[Text]" custT="1"/>
      <dgm:spPr>
        <a:noFill/>
      </dgm:spPr>
      <dgm:t>
        <a:bodyPr wrap="square" rtlCol="0"/>
        <a:lstStyle/>
        <a:p>
          <a:pPr>
            <a:buFont typeface="Arial" panose="020B0604020202020204" pitchFamily="34" charset="0"/>
            <a:buChar char="•"/>
          </a:pP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Thu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thập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dữ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liệu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tiềm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năng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rủi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ro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Font typeface="Arial" panose="020B0604020202020204" pitchFamily="34" charset="0"/>
            <a:buChar char="•"/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Font typeface="Arial" panose="020B0604020202020204" pitchFamily="34" charset="0"/>
            <a:buChar char="•"/>
          </a:pPr>
          <a:endParaRPr lang="vi-VN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C0836A-AEDD-462F-ABE1-D276CF17BF1E}" type="parTrans" cxnId="{C5F92CF9-9AC4-45B6-B1C4-3965DDD39558}">
      <dgm:prSet/>
      <dgm:spPr/>
      <dgm:t>
        <a:bodyPr/>
        <a:lstStyle/>
        <a:p>
          <a:endParaRPr lang="en-US"/>
        </a:p>
      </dgm:t>
    </dgm:pt>
    <dgm:pt modelId="{91652A3D-6769-4193-B0BF-8C209E4D07C5}" type="sibTrans" cxnId="{C5F92CF9-9AC4-45B6-B1C4-3965DDD39558}">
      <dgm:prSet/>
      <dgm:spPr/>
      <dgm:t>
        <a:bodyPr/>
        <a:lstStyle/>
        <a:p>
          <a:endParaRPr lang="en-US"/>
        </a:p>
      </dgm:t>
    </dgm:pt>
    <dgm:pt modelId="{4204FD96-5BEC-447C-9955-28C112C0D300}">
      <dgm:prSet phldrT="[Text]" custT="1"/>
      <dgm:spPr>
        <a:noFill/>
        <a:ln>
          <a:noFill/>
        </a:ln>
        <a:effectLst/>
      </dgm:spPr>
      <dgm:t>
        <a:bodyPr spcFirstLastPara="0" vert="horz" wrap="square" lIns="41910" tIns="41910" rIns="41910" bIns="41910" numCol="1" spcCol="1270" anchor="t" anchorCtr="0"/>
        <a:lstStyle/>
        <a:p>
          <a:pPr>
            <a:buNone/>
          </a:pPr>
          <a:r>
            <a:rPr lang="vi-VN" sz="1600">
              <a:latin typeface="Times New Roman" panose="02020603050405020304" pitchFamily="18" charset="0"/>
              <a:cs typeface="Times New Roman" panose="02020603050405020304" pitchFamily="18" charset="0"/>
            </a:rPr>
            <a:t>Mô hình hóa mỏ – tính trữ lượng – mô phỏng – đánh giá thương mại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6ABE98-9C4D-4AEF-B4B7-283737602796}" type="parTrans" cxnId="{820544C6-3B2E-4B26-88CD-C4B961141FE4}">
      <dgm:prSet/>
      <dgm:spPr/>
      <dgm:t>
        <a:bodyPr/>
        <a:lstStyle/>
        <a:p>
          <a:endParaRPr lang="en-US"/>
        </a:p>
      </dgm:t>
    </dgm:pt>
    <dgm:pt modelId="{49927444-E27B-4F11-92F2-090BBF85CCC3}" type="sibTrans" cxnId="{820544C6-3B2E-4B26-88CD-C4B961141FE4}">
      <dgm:prSet/>
      <dgm:spPr/>
      <dgm:t>
        <a:bodyPr/>
        <a:lstStyle/>
        <a:p>
          <a:endParaRPr lang="en-US"/>
        </a:p>
      </dgm:t>
    </dgm:pt>
    <dgm:pt modelId="{7C39D0F8-0FD4-4F26-94A2-C502F796380C}">
      <dgm:prSet phldrT="[Text]" phldr="0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phỏng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kịch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bản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bảo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vệ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FDP</a:t>
          </a:r>
        </a:p>
      </dgm:t>
    </dgm:pt>
    <dgm:pt modelId="{14DD27C9-42A3-4717-A926-FBDA64724CEC}" type="parTrans" cxnId="{B87E312D-D7D3-4789-8DDA-34FAB3201B68}">
      <dgm:prSet/>
      <dgm:spPr/>
      <dgm:t>
        <a:bodyPr/>
        <a:lstStyle/>
        <a:p>
          <a:endParaRPr lang="en-US"/>
        </a:p>
      </dgm:t>
    </dgm:pt>
    <dgm:pt modelId="{CA85BE88-AA82-4A7B-A3D1-E0DADAB97350}" type="sibTrans" cxnId="{B87E312D-D7D3-4789-8DDA-34FAB3201B68}">
      <dgm:prSet/>
      <dgm:spPr/>
      <dgm:t>
        <a:bodyPr/>
        <a:lstStyle/>
        <a:p>
          <a:endParaRPr lang="en-US"/>
        </a:p>
      </dgm:t>
    </dgm:pt>
    <dgm:pt modelId="{87B1FA11-44A7-4F63-81E4-0B30F16DB726}">
      <dgm:prSet phldrT="[Text]" phldr="0" custT="1"/>
      <dgm:spPr/>
      <dgm:t>
        <a:bodyPr/>
        <a:lstStyle/>
        <a:p>
          <a:pPr>
            <a:buNone/>
          </a:pP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Theo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dõi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completion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kiểm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tra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kỹ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cập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nhật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AE4F8C-CFE2-4FE8-AF68-D1D780346B74}" type="parTrans" cxnId="{40D390A9-2F61-4A3A-9660-336119A3A541}">
      <dgm:prSet/>
      <dgm:spPr/>
      <dgm:t>
        <a:bodyPr/>
        <a:lstStyle/>
        <a:p>
          <a:endParaRPr lang="en-US"/>
        </a:p>
      </dgm:t>
    </dgm:pt>
    <dgm:pt modelId="{72E243EF-2F2D-41BA-8F19-D55A75E15F7F}" type="sibTrans" cxnId="{40D390A9-2F61-4A3A-9660-336119A3A541}">
      <dgm:prSet/>
      <dgm:spPr/>
      <dgm:t>
        <a:bodyPr/>
        <a:lstStyle/>
        <a:p>
          <a:endParaRPr lang="en-US"/>
        </a:p>
      </dgm:t>
    </dgm:pt>
    <dgm:pt modelId="{2F7CF735-4F94-40E1-ACD0-FAFBF43815BB}">
      <dgm:prSet phldrT="[Text]" phldr="0" custT="1"/>
      <dgm:spPr/>
      <dgm:t>
        <a:bodyPr/>
        <a:lstStyle/>
        <a:p>
          <a:pPr>
            <a:buNone/>
          </a:pPr>
          <a:r>
            <a:rPr lang="vi-VN" sz="1600">
              <a:latin typeface="Times New Roman" panose="02020603050405020304" pitchFamily="18" charset="0"/>
              <a:cs typeface="Times New Roman" panose="02020603050405020304" pitchFamily="18" charset="0"/>
            </a:rPr>
            <a:t>Tối ưu khai thác – can thiệp giếng – mô phỏng – quản trị dữ liệu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9423F5-E18B-47B2-82D2-001372DCACD8}" type="parTrans" cxnId="{475E2461-E668-41B8-9D2A-627090B37176}">
      <dgm:prSet/>
      <dgm:spPr/>
      <dgm:t>
        <a:bodyPr/>
        <a:lstStyle/>
        <a:p>
          <a:endParaRPr lang="en-US"/>
        </a:p>
      </dgm:t>
    </dgm:pt>
    <dgm:pt modelId="{D6C9922F-E08D-4E82-867D-B8B90AE5B029}" type="sibTrans" cxnId="{475E2461-E668-41B8-9D2A-627090B37176}">
      <dgm:prSet/>
      <dgm:spPr/>
      <dgm:t>
        <a:bodyPr/>
        <a:lstStyle/>
        <a:p>
          <a:endParaRPr lang="en-US"/>
        </a:p>
      </dgm:t>
    </dgm:pt>
    <dgm:pt modelId="{18B37817-4B2C-43DC-99B9-4670009A4C00}">
      <dgm:prSet custT="1"/>
      <dgm:spPr/>
      <dgm:t>
        <a:bodyPr/>
        <a:lstStyle/>
        <a:p>
          <a:r>
            <a:rPr lang="vi-VN" sz="1600">
              <a:latin typeface="Times New Roman" panose="02020603050405020304" pitchFamily="18" charset="0"/>
              <a:cs typeface="Times New Roman" panose="02020603050405020304" pitchFamily="18" charset="0"/>
            </a:rPr>
            <a:t>P&amp;A – đánh giá rủi ro – lập/duyệt chương trình đóng mỏ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9318DB-50D9-435D-BF17-7BA1E602910E}" type="parTrans" cxnId="{78E6C222-84FD-402F-AF00-38FF5FF1C5CF}">
      <dgm:prSet/>
      <dgm:spPr/>
      <dgm:t>
        <a:bodyPr/>
        <a:lstStyle/>
        <a:p>
          <a:endParaRPr lang="en-US"/>
        </a:p>
      </dgm:t>
    </dgm:pt>
    <dgm:pt modelId="{42C83C27-80FC-45C5-BBF0-E1511BBB3A9F}" type="sibTrans" cxnId="{78E6C222-84FD-402F-AF00-38FF5FF1C5CF}">
      <dgm:prSet/>
      <dgm:spPr/>
      <dgm:t>
        <a:bodyPr/>
        <a:lstStyle/>
        <a:p>
          <a:endParaRPr lang="en-US"/>
        </a:p>
      </dgm:t>
    </dgm:pt>
    <dgm:pt modelId="{B79F3C56-B010-4944-BDE4-41BF683D60E0}">
      <dgm:prSet phldrT="[Text]" custT="1"/>
      <dgm:spPr>
        <a:noFill/>
        <a:ln>
          <a:noFill/>
        </a:ln>
        <a:effectLst/>
      </dgm:spPr>
      <dgm:t>
        <a:bodyPr spcFirstLastPara="0" vert="horz" wrap="square" lIns="68580" tIns="68580" rIns="68580" bIns="68580" numCol="1" spcCol="1270" rtlCol="0" anchor="t" anchorCtr="0"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DST, PVT, logging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hỗ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trợ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ban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en-US" sz="1400" b="1" i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6E16AC-B312-479D-AB16-7AAFE2F3119C}" type="sibTrans" cxnId="{1FB99952-F9E9-4CAC-99B6-7C92F9A31F7D}">
      <dgm:prSet/>
      <dgm:spPr/>
      <dgm:t>
        <a:bodyPr/>
        <a:lstStyle/>
        <a:p>
          <a:endParaRPr lang="en-US"/>
        </a:p>
      </dgm:t>
    </dgm:pt>
    <dgm:pt modelId="{129C54B0-0D83-4B95-8B90-7E983DF2D2F9}" type="parTrans" cxnId="{1FB99952-F9E9-4CAC-99B6-7C92F9A31F7D}">
      <dgm:prSet/>
      <dgm:spPr/>
      <dgm:t>
        <a:bodyPr/>
        <a:lstStyle/>
        <a:p>
          <a:endParaRPr lang="en-US"/>
        </a:p>
      </dgm:t>
    </dgm:pt>
    <dgm:pt modelId="{D690AADA-F521-4B36-969C-C1CFC21B2BB1}" type="pres">
      <dgm:prSet presAssocID="{0076B387-0131-452D-A4A2-57A57B44B666}" presName="rootnode" presStyleCnt="0">
        <dgm:presLayoutVars>
          <dgm:chMax/>
          <dgm:chPref/>
          <dgm:dir/>
          <dgm:animLvl val="lvl"/>
        </dgm:presLayoutVars>
      </dgm:prSet>
      <dgm:spPr/>
    </dgm:pt>
    <dgm:pt modelId="{5986B05F-BC7F-46A5-BBE9-00F327D7B5EE}" type="pres">
      <dgm:prSet presAssocID="{B9B120B4-B7EC-4404-829C-8400B64B6555}" presName="composite" presStyleCnt="0"/>
      <dgm:spPr/>
    </dgm:pt>
    <dgm:pt modelId="{1F66834A-ADD4-4C3E-BF2C-3D0B2F8D37FD}" type="pres">
      <dgm:prSet presAssocID="{B9B120B4-B7EC-4404-829C-8400B64B6555}" presName="LShape" presStyleLbl="alignNode1" presStyleIdx="0" presStyleCnt="13"/>
      <dgm:spPr/>
    </dgm:pt>
    <dgm:pt modelId="{A0FF8CC6-B415-4453-9CCB-2094B62B78CC}" type="pres">
      <dgm:prSet presAssocID="{B9B120B4-B7EC-4404-829C-8400B64B6555}" presName="ParentText" presStyleLbl="revTx" presStyleIdx="0" presStyleCnt="7" custScaleX="120485" custScaleY="194179" custLinFactNeighborX="9358" custLinFactNeighborY="57293">
        <dgm:presLayoutVars>
          <dgm:chMax val="0"/>
          <dgm:chPref val="0"/>
          <dgm:bulletEnabled val="1"/>
        </dgm:presLayoutVars>
      </dgm:prSet>
      <dgm:spPr>
        <a:xfrm>
          <a:off x="221209" y="4168282"/>
          <a:ext cx="1353785" cy="2614855"/>
        </a:xfrm>
        <a:prstGeom prst="rect">
          <a:avLst/>
        </a:prstGeom>
      </dgm:spPr>
    </dgm:pt>
    <dgm:pt modelId="{09677EB6-09FA-4E56-87C5-44B9D125218C}" type="pres">
      <dgm:prSet presAssocID="{B9B120B4-B7EC-4404-829C-8400B64B6555}" presName="Triangle" presStyleLbl="alignNode1" presStyleIdx="1" presStyleCnt="13"/>
      <dgm:spPr/>
    </dgm:pt>
    <dgm:pt modelId="{49FE48ED-AA75-42D8-9F1C-0C83A4A453DF}" type="pres">
      <dgm:prSet presAssocID="{91652A3D-6769-4193-B0BF-8C209E4D07C5}" presName="sibTrans" presStyleCnt="0"/>
      <dgm:spPr/>
    </dgm:pt>
    <dgm:pt modelId="{D7522C87-74B3-49A9-953A-BFF4B11CABB6}" type="pres">
      <dgm:prSet presAssocID="{91652A3D-6769-4193-B0BF-8C209E4D07C5}" presName="space" presStyleCnt="0"/>
      <dgm:spPr/>
    </dgm:pt>
    <dgm:pt modelId="{94190225-A2B4-49A1-B7CB-134E10915CEB}" type="pres">
      <dgm:prSet presAssocID="{B79F3C56-B010-4944-BDE4-41BF683D60E0}" presName="composite" presStyleCnt="0"/>
      <dgm:spPr/>
    </dgm:pt>
    <dgm:pt modelId="{0ED25B4F-44A7-499F-8327-A54273A3F94F}" type="pres">
      <dgm:prSet presAssocID="{B79F3C56-B010-4944-BDE4-41BF683D60E0}" presName="LShape" presStyleLbl="alignNode1" presStyleIdx="2" presStyleCnt="13"/>
      <dgm:spPr/>
    </dgm:pt>
    <dgm:pt modelId="{A41A3435-D479-4DE0-A4CC-03F1897D7E78}" type="pres">
      <dgm:prSet presAssocID="{B79F3C56-B010-4944-BDE4-41BF683D60E0}" presName="ParentText" presStyleLbl="revTx" presStyleIdx="1" presStyleCnt="7" custScaleX="106224" custLinFactNeighborX="4747" custLinFactNeighborY="7446">
        <dgm:presLayoutVars>
          <dgm:chMax val="0"/>
          <dgm:chPref val="0"/>
          <dgm:bulletEnabled val="1"/>
        </dgm:presLayoutVars>
      </dgm:prSet>
      <dgm:spPr>
        <a:xfrm>
          <a:off x="1836996" y="3597304"/>
          <a:ext cx="1341394" cy="1106916"/>
        </a:xfrm>
        <a:prstGeom prst="rect">
          <a:avLst/>
        </a:prstGeom>
      </dgm:spPr>
    </dgm:pt>
    <dgm:pt modelId="{007BC037-B90E-4655-BC5D-93BF16C2B5EB}" type="pres">
      <dgm:prSet presAssocID="{B79F3C56-B010-4944-BDE4-41BF683D60E0}" presName="Triangle" presStyleLbl="alignNode1" presStyleIdx="3" presStyleCnt="13"/>
      <dgm:spPr/>
    </dgm:pt>
    <dgm:pt modelId="{77C701F8-A0EF-40D5-9D22-083C88ED067C}" type="pres">
      <dgm:prSet presAssocID="{386E16AC-B312-479D-AB16-7AAFE2F3119C}" presName="sibTrans" presStyleCnt="0"/>
      <dgm:spPr/>
    </dgm:pt>
    <dgm:pt modelId="{AC5FD48A-6AD7-4653-88BD-BF7427EDE9CB}" type="pres">
      <dgm:prSet presAssocID="{386E16AC-B312-479D-AB16-7AAFE2F3119C}" presName="space" presStyleCnt="0"/>
      <dgm:spPr/>
    </dgm:pt>
    <dgm:pt modelId="{87064CD3-5C13-466B-A180-52594BBF582C}" type="pres">
      <dgm:prSet presAssocID="{4204FD96-5BEC-447C-9955-28C112C0D300}" presName="composite" presStyleCnt="0"/>
      <dgm:spPr/>
    </dgm:pt>
    <dgm:pt modelId="{34A644F4-6DAD-4F87-A223-F93C4574A3E7}" type="pres">
      <dgm:prSet presAssocID="{4204FD96-5BEC-447C-9955-28C112C0D300}" presName="LShape" presStyleLbl="alignNode1" presStyleIdx="4" presStyleCnt="13"/>
      <dgm:spPr/>
    </dgm:pt>
    <dgm:pt modelId="{00FAB353-5BC0-4F25-B943-8D269B613684}" type="pres">
      <dgm:prSet presAssocID="{4204FD96-5BEC-447C-9955-28C112C0D300}" presName="ParentText" presStyleLbl="revTx" presStyleIdx="2" presStyleCnt="7">
        <dgm:presLayoutVars>
          <dgm:chMax val="0"/>
          <dgm:chPref val="0"/>
          <dgm:bulletEnabled val="1"/>
        </dgm:presLayoutVars>
      </dgm:prSet>
      <dgm:spPr>
        <a:xfrm>
          <a:off x="3491602" y="3132346"/>
          <a:ext cx="1262797" cy="1106916"/>
        </a:xfrm>
        <a:prstGeom prst="rect">
          <a:avLst/>
        </a:prstGeom>
      </dgm:spPr>
    </dgm:pt>
    <dgm:pt modelId="{3B25B6D9-8832-4C75-AA23-AD69100A0C15}" type="pres">
      <dgm:prSet presAssocID="{4204FD96-5BEC-447C-9955-28C112C0D300}" presName="Triangle" presStyleLbl="alignNode1" presStyleIdx="5" presStyleCnt="13"/>
      <dgm:spPr/>
    </dgm:pt>
    <dgm:pt modelId="{42F3DE2F-6FC2-4872-A309-1AEB5F85C130}" type="pres">
      <dgm:prSet presAssocID="{49927444-E27B-4F11-92F2-090BBF85CCC3}" presName="sibTrans" presStyleCnt="0"/>
      <dgm:spPr/>
    </dgm:pt>
    <dgm:pt modelId="{BBB52139-D21B-4194-9934-2065CD23F6E8}" type="pres">
      <dgm:prSet presAssocID="{49927444-E27B-4F11-92F2-090BBF85CCC3}" presName="space" presStyleCnt="0"/>
      <dgm:spPr/>
    </dgm:pt>
    <dgm:pt modelId="{F9F42DFD-1D23-4BFA-96B3-E73DC0768EBA}" type="pres">
      <dgm:prSet presAssocID="{7C39D0F8-0FD4-4F26-94A2-C502F796380C}" presName="composite" presStyleCnt="0"/>
      <dgm:spPr/>
    </dgm:pt>
    <dgm:pt modelId="{F5B11453-DDFF-4EFA-8CCB-F9A691AF8C4A}" type="pres">
      <dgm:prSet presAssocID="{7C39D0F8-0FD4-4F26-94A2-C502F796380C}" presName="LShape" presStyleLbl="alignNode1" presStyleIdx="6" presStyleCnt="13"/>
      <dgm:spPr/>
    </dgm:pt>
    <dgm:pt modelId="{8C00D006-B870-4C19-B1AE-2E369504B838}" type="pres">
      <dgm:prSet presAssocID="{7C39D0F8-0FD4-4F26-94A2-C502F796380C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3CC7F901-A782-4516-B037-754ABC9135E7}" type="pres">
      <dgm:prSet presAssocID="{7C39D0F8-0FD4-4F26-94A2-C502F796380C}" presName="Triangle" presStyleLbl="alignNode1" presStyleIdx="7" presStyleCnt="13"/>
      <dgm:spPr/>
    </dgm:pt>
    <dgm:pt modelId="{174AFE5D-C702-4834-BBA2-7D5B3C1C8FD4}" type="pres">
      <dgm:prSet presAssocID="{CA85BE88-AA82-4A7B-A3D1-E0DADAB97350}" presName="sibTrans" presStyleCnt="0"/>
      <dgm:spPr/>
    </dgm:pt>
    <dgm:pt modelId="{BBFA7A25-F139-44D4-BC93-6D96588531EB}" type="pres">
      <dgm:prSet presAssocID="{CA85BE88-AA82-4A7B-A3D1-E0DADAB97350}" presName="space" presStyleCnt="0"/>
      <dgm:spPr/>
    </dgm:pt>
    <dgm:pt modelId="{F9A18A46-989F-47B1-9640-1F1FE276B096}" type="pres">
      <dgm:prSet presAssocID="{87B1FA11-44A7-4F63-81E4-0B30F16DB726}" presName="composite" presStyleCnt="0"/>
      <dgm:spPr/>
    </dgm:pt>
    <dgm:pt modelId="{FF95F69E-9962-491F-8AE2-0974E429AC7D}" type="pres">
      <dgm:prSet presAssocID="{87B1FA11-44A7-4F63-81E4-0B30F16DB726}" presName="LShape" presStyleLbl="alignNode1" presStyleIdx="8" presStyleCnt="13"/>
      <dgm:spPr/>
    </dgm:pt>
    <dgm:pt modelId="{02147632-7A90-4705-8A5B-759FF6D580D3}" type="pres">
      <dgm:prSet presAssocID="{87B1FA11-44A7-4F63-81E4-0B30F16DB726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6F5A71AB-D011-459D-A20F-4F3E8E876507}" type="pres">
      <dgm:prSet presAssocID="{87B1FA11-44A7-4F63-81E4-0B30F16DB726}" presName="Triangle" presStyleLbl="alignNode1" presStyleIdx="9" presStyleCnt="13"/>
      <dgm:spPr/>
    </dgm:pt>
    <dgm:pt modelId="{C811A2A5-F9D8-43BE-BD2E-6F6A9DE59D98}" type="pres">
      <dgm:prSet presAssocID="{72E243EF-2F2D-41BA-8F19-D55A75E15F7F}" presName="sibTrans" presStyleCnt="0"/>
      <dgm:spPr/>
    </dgm:pt>
    <dgm:pt modelId="{D4B77ADE-1E27-4E77-86C3-A0FC027E5B2E}" type="pres">
      <dgm:prSet presAssocID="{72E243EF-2F2D-41BA-8F19-D55A75E15F7F}" presName="space" presStyleCnt="0"/>
      <dgm:spPr/>
    </dgm:pt>
    <dgm:pt modelId="{ACFDBA22-A684-4498-A1C7-4D04087D9EEF}" type="pres">
      <dgm:prSet presAssocID="{2F7CF735-4F94-40E1-ACD0-FAFBF43815BB}" presName="composite" presStyleCnt="0"/>
      <dgm:spPr/>
    </dgm:pt>
    <dgm:pt modelId="{1EC430D8-D159-4D73-9B41-237830766C9F}" type="pres">
      <dgm:prSet presAssocID="{2F7CF735-4F94-40E1-ACD0-FAFBF43815BB}" presName="LShape" presStyleLbl="alignNode1" presStyleIdx="10" presStyleCnt="13"/>
      <dgm:spPr/>
    </dgm:pt>
    <dgm:pt modelId="{17E28D25-6DA7-4737-AC1B-494B9985B99A}" type="pres">
      <dgm:prSet presAssocID="{2F7CF735-4F94-40E1-ACD0-FAFBF43815BB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B03ABE19-6D62-4E9F-8C74-F92CF6673579}" type="pres">
      <dgm:prSet presAssocID="{2F7CF735-4F94-40E1-ACD0-FAFBF43815BB}" presName="Triangle" presStyleLbl="alignNode1" presStyleIdx="11" presStyleCnt="13"/>
      <dgm:spPr/>
    </dgm:pt>
    <dgm:pt modelId="{B17557B8-7BD0-40D6-AA77-5CF0A9D5B2DC}" type="pres">
      <dgm:prSet presAssocID="{D6C9922F-E08D-4E82-867D-B8B90AE5B029}" presName="sibTrans" presStyleCnt="0"/>
      <dgm:spPr/>
    </dgm:pt>
    <dgm:pt modelId="{9F07160C-2978-434C-A1FC-C769F02CFA25}" type="pres">
      <dgm:prSet presAssocID="{D6C9922F-E08D-4E82-867D-B8B90AE5B029}" presName="space" presStyleCnt="0"/>
      <dgm:spPr/>
    </dgm:pt>
    <dgm:pt modelId="{4BC0FDFB-463C-4B5E-8ABB-A6C9AF17F8E7}" type="pres">
      <dgm:prSet presAssocID="{18B37817-4B2C-43DC-99B9-4670009A4C00}" presName="composite" presStyleCnt="0"/>
      <dgm:spPr/>
    </dgm:pt>
    <dgm:pt modelId="{63EB0615-D55A-4F38-AEEB-77D5FBE134A8}" type="pres">
      <dgm:prSet presAssocID="{18B37817-4B2C-43DC-99B9-4670009A4C00}" presName="LShape" presStyleLbl="alignNode1" presStyleIdx="12" presStyleCnt="13"/>
      <dgm:spPr/>
    </dgm:pt>
    <dgm:pt modelId="{256CE4E4-2279-4DD2-990D-8C7395D5A1FE}" type="pres">
      <dgm:prSet presAssocID="{18B37817-4B2C-43DC-99B9-4670009A4C00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CCAD011-F753-4C02-AA74-CD4DE7422FD4}" type="presOf" srcId="{7C39D0F8-0FD4-4F26-94A2-C502F796380C}" destId="{8C00D006-B870-4C19-B1AE-2E369504B838}" srcOrd="0" destOrd="0" presId="urn:microsoft.com/office/officeart/2009/3/layout/StepUpProcess"/>
    <dgm:cxn modelId="{11D7D01B-3192-46AF-9405-818A3202A147}" type="presOf" srcId="{B9B120B4-B7EC-4404-829C-8400B64B6555}" destId="{A0FF8CC6-B415-4453-9CCB-2094B62B78CC}" srcOrd="0" destOrd="0" presId="urn:microsoft.com/office/officeart/2009/3/layout/StepUpProcess"/>
    <dgm:cxn modelId="{78E6C222-84FD-402F-AF00-38FF5FF1C5CF}" srcId="{0076B387-0131-452D-A4A2-57A57B44B666}" destId="{18B37817-4B2C-43DC-99B9-4670009A4C00}" srcOrd="6" destOrd="0" parTransId="{629318DB-50D9-435D-BF17-7BA1E602910E}" sibTransId="{42C83C27-80FC-45C5-BBF0-E1511BBB3A9F}"/>
    <dgm:cxn modelId="{F73D9925-877F-4D40-A29C-17E92256A26B}" type="presOf" srcId="{0076B387-0131-452D-A4A2-57A57B44B666}" destId="{D690AADA-F521-4B36-969C-C1CFC21B2BB1}" srcOrd="0" destOrd="0" presId="urn:microsoft.com/office/officeart/2009/3/layout/StepUpProcess"/>
    <dgm:cxn modelId="{B87E312D-D7D3-4789-8DDA-34FAB3201B68}" srcId="{0076B387-0131-452D-A4A2-57A57B44B666}" destId="{7C39D0F8-0FD4-4F26-94A2-C502F796380C}" srcOrd="3" destOrd="0" parTransId="{14DD27C9-42A3-4717-A926-FBDA64724CEC}" sibTransId="{CA85BE88-AA82-4A7B-A3D1-E0DADAB97350}"/>
    <dgm:cxn modelId="{F6EFC45B-83FC-47CA-9B9D-ADCC1B7642C2}" type="presOf" srcId="{4204FD96-5BEC-447C-9955-28C112C0D300}" destId="{00FAB353-5BC0-4F25-B943-8D269B613684}" srcOrd="0" destOrd="0" presId="urn:microsoft.com/office/officeart/2009/3/layout/StepUpProcess"/>
    <dgm:cxn modelId="{475E2461-E668-41B8-9D2A-627090B37176}" srcId="{0076B387-0131-452D-A4A2-57A57B44B666}" destId="{2F7CF735-4F94-40E1-ACD0-FAFBF43815BB}" srcOrd="5" destOrd="0" parTransId="{4F9423F5-E18B-47B2-82D2-001372DCACD8}" sibTransId="{D6C9922F-E08D-4E82-867D-B8B90AE5B029}"/>
    <dgm:cxn modelId="{1FB99952-F9E9-4CAC-99B6-7C92F9A31F7D}" srcId="{0076B387-0131-452D-A4A2-57A57B44B666}" destId="{B79F3C56-B010-4944-BDE4-41BF683D60E0}" srcOrd="1" destOrd="0" parTransId="{129C54B0-0D83-4B95-8B90-7E983DF2D2F9}" sibTransId="{386E16AC-B312-479D-AB16-7AAFE2F3119C}"/>
    <dgm:cxn modelId="{4365B8A7-AD17-4D0A-B522-DE8D87E4EA6F}" type="presOf" srcId="{18B37817-4B2C-43DC-99B9-4670009A4C00}" destId="{256CE4E4-2279-4DD2-990D-8C7395D5A1FE}" srcOrd="0" destOrd="0" presId="urn:microsoft.com/office/officeart/2009/3/layout/StepUpProcess"/>
    <dgm:cxn modelId="{40D390A9-2F61-4A3A-9660-336119A3A541}" srcId="{0076B387-0131-452D-A4A2-57A57B44B666}" destId="{87B1FA11-44A7-4F63-81E4-0B30F16DB726}" srcOrd="4" destOrd="0" parTransId="{AAAE4F8C-CFE2-4FE8-AF68-D1D780346B74}" sibTransId="{72E243EF-2F2D-41BA-8F19-D55A75E15F7F}"/>
    <dgm:cxn modelId="{3BF65BB2-7B41-4362-969D-C32EB1C7DBDB}" type="presOf" srcId="{87B1FA11-44A7-4F63-81E4-0B30F16DB726}" destId="{02147632-7A90-4705-8A5B-759FF6D580D3}" srcOrd="0" destOrd="0" presId="urn:microsoft.com/office/officeart/2009/3/layout/StepUpProcess"/>
    <dgm:cxn modelId="{820544C6-3B2E-4B26-88CD-C4B961141FE4}" srcId="{0076B387-0131-452D-A4A2-57A57B44B666}" destId="{4204FD96-5BEC-447C-9955-28C112C0D300}" srcOrd="2" destOrd="0" parTransId="{A46ABE98-9C4D-4AEF-B4B7-283737602796}" sibTransId="{49927444-E27B-4F11-92F2-090BBF85CCC3}"/>
    <dgm:cxn modelId="{51C70BCE-7614-4620-BA10-4E7377842641}" type="presOf" srcId="{2F7CF735-4F94-40E1-ACD0-FAFBF43815BB}" destId="{17E28D25-6DA7-4737-AC1B-494B9985B99A}" srcOrd="0" destOrd="0" presId="urn:microsoft.com/office/officeart/2009/3/layout/StepUpProcess"/>
    <dgm:cxn modelId="{28054ADD-DFB8-403B-B6EA-C33D8FC7E9A3}" type="presOf" srcId="{B79F3C56-B010-4944-BDE4-41BF683D60E0}" destId="{A41A3435-D479-4DE0-A4CC-03F1897D7E78}" srcOrd="0" destOrd="0" presId="urn:microsoft.com/office/officeart/2009/3/layout/StepUpProcess"/>
    <dgm:cxn modelId="{C5F92CF9-9AC4-45B6-B1C4-3965DDD39558}" srcId="{0076B387-0131-452D-A4A2-57A57B44B666}" destId="{B9B120B4-B7EC-4404-829C-8400B64B6555}" srcOrd="0" destOrd="0" parTransId="{A5C0836A-AEDD-462F-ABE1-D276CF17BF1E}" sibTransId="{91652A3D-6769-4193-B0BF-8C209E4D07C5}"/>
    <dgm:cxn modelId="{46542136-BDA0-42D6-A079-11ECABDB054A}" type="presParOf" srcId="{D690AADA-F521-4B36-969C-C1CFC21B2BB1}" destId="{5986B05F-BC7F-46A5-BBE9-00F327D7B5EE}" srcOrd="0" destOrd="0" presId="urn:microsoft.com/office/officeart/2009/3/layout/StepUpProcess"/>
    <dgm:cxn modelId="{815915A8-D68C-4512-8B8D-48440C908C3B}" type="presParOf" srcId="{5986B05F-BC7F-46A5-BBE9-00F327D7B5EE}" destId="{1F66834A-ADD4-4C3E-BF2C-3D0B2F8D37FD}" srcOrd="0" destOrd="0" presId="urn:microsoft.com/office/officeart/2009/3/layout/StepUpProcess"/>
    <dgm:cxn modelId="{4AB6954F-B72B-430E-BB7E-F1D7A70BEFEE}" type="presParOf" srcId="{5986B05F-BC7F-46A5-BBE9-00F327D7B5EE}" destId="{A0FF8CC6-B415-4453-9CCB-2094B62B78CC}" srcOrd="1" destOrd="0" presId="urn:microsoft.com/office/officeart/2009/3/layout/StepUpProcess"/>
    <dgm:cxn modelId="{6B175DDA-E77F-4DFB-ABAA-8077A55326EA}" type="presParOf" srcId="{5986B05F-BC7F-46A5-BBE9-00F327D7B5EE}" destId="{09677EB6-09FA-4E56-87C5-44B9D125218C}" srcOrd="2" destOrd="0" presId="urn:microsoft.com/office/officeart/2009/3/layout/StepUpProcess"/>
    <dgm:cxn modelId="{8AD2E55A-1CB9-4F43-BF4F-C98809AC6513}" type="presParOf" srcId="{D690AADA-F521-4B36-969C-C1CFC21B2BB1}" destId="{49FE48ED-AA75-42D8-9F1C-0C83A4A453DF}" srcOrd="1" destOrd="0" presId="urn:microsoft.com/office/officeart/2009/3/layout/StepUpProcess"/>
    <dgm:cxn modelId="{A350A810-FCEF-44E0-B357-476CAF58E386}" type="presParOf" srcId="{49FE48ED-AA75-42D8-9F1C-0C83A4A453DF}" destId="{D7522C87-74B3-49A9-953A-BFF4B11CABB6}" srcOrd="0" destOrd="0" presId="urn:microsoft.com/office/officeart/2009/3/layout/StepUpProcess"/>
    <dgm:cxn modelId="{8CCA96B3-C2B7-42D7-B482-09ED9D5281DB}" type="presParOf" srcId="{D690AADA-F521-4B36-969C-C1CFC21B2BB1}" destId="{94190225-A2B4-49A1-B7CB-134E10915CEB}" srcOrd="2" destOrd="0" presId="urn:microsoft.com/office/officeart/2009/3/layout/StepUpProcess"/>
    <dgm:cxn modelId="{CD63CE4A-29DD-4BC2-B4CC-754919BB598F}" type="presParOf" srcId="{94190225-A2B4-49A1-B7CB-134E10915CEB}" destId="{0ED25B4F-44A7-499F-8327-A54273A3F94F}" srcOrd="0" destOrd="0" presId="urn:microsoft.com/office/officeart/2009/3/layout/StepUpProcess"/>
    <dgm:cxn modelId="{27050A33-3570-4760-8560-EA01B2F1F653}" type="presParOf" srcId="{94190225-A2B4-49A1-B7CB-134E10915CEB}" destId="{A41A3435-D479-4DE0-A4CC-03F1897D7E78}" srcOrd="1" destOrd="0" presId="urn:microsoft.com/office/officeart/2009/3/layout/StepUpProcess"/>
    <dgm:cxn modelId="{B1992EB3-1C1B-4F03-8B5C-CB1DB5F19232}" type="presParOf" srcId="{94190225-A2B4-49A1-B7CB-134E10915CEB}" destId="{007BC037-B90E-4655-BC5D-93BF16C2B5EB}" srcOrd="2" destOrd="0" presId="urn:microsoft.com/office/officeart/2009/3/layout/StepUpProcess"/>
    <dgm:cxn modelId="{493B6686-61FD-4ED3-A741-073155D6CAEA}" type="presParOf" srcId="{D690AADA-F521-4B36-969C-C1CFC21B2BB1}" destId="{77C701F8-A0EF-40D5-9D22-083C88ED067C}" srcOrd="3" destOrd="0" presId="urn:microsoft.com/office/officeart/2009/3/layout/StepUpProcess"/>
    <dgm:cxn modelId="{ABC158DB-0895-429B-9792-885C15865CC0}" type="presParOf" srcId="{77C701F8-A0EF-40D5-9D22-083C88ED067C}" destId="{AC5FD48A-6AD7-4653-88BD-BF7427EDE9CB}" srcOrd="0" destOrd="0" presId="urn:microsoft.com/office/officeart/2009/3/layout/StepUpProcess"/>
    <dgm:cxn modelId="{03322DCB-1B01-41F7-9AA1-4C35DFB5489F}" type="presParOf" srcId="{D690AADA-F521-4B36-969C-C1CFC21B2BB1}" destId="{87064CD3-5C13-466B-A180-52594BBF582C}" srcOrd="4" destOrd="0" presId="urn:microsoft.com/office/officeart/2009/3/layout/StepUpProcess"/>
    <dgm:cxn modelId="{2A979DB5-B2A1-4E59-83D4-1AEA15D1783D}" type="presParOf" srcId="{87064CD3-5C13-466B-A180-52594BBF582C}" destId="{34A644F4-6DAD-4F87-A223-F93C4574A3E7}" srcOrd="0" destOrd="0" presId="urn:microsoft.com/office/officeart/2009/3/layout/StepUpProcess"/>
    <dgm:cxn modelId="{7E3162F3-0C4F-49DE-BA57-A51A4A82BBF7}" type="presParOf" srcId="{87064CD3-5C13-466B-A180-52594BBF582C}" destId="{00FAB353-5BC0-4F25-B943-8D269B613684}" srcOrd="1" destOrd="0" presId="urn:microsoft.com/office/officeart/2009/3/layout/StepUpProcess"/>
    <dgm:cxn modelId="{4A6652DE-64DA-4555-8F6E-78B845756E1A}" type="presParOf" srcId="{87064CD3-5C13-466B-A180-52594BBF582C}" destId="{3B25B6D9-8832-4C75-AA23-AD69100A0C15}" srcOrd="2" destOrd="0" presId="urn:microsoft.com/office/officeart/2009/3/layout/StepUpProcess"/>
    <dgm:cxn modelId="{F451D424-A28D-432C-B28E-5C1A6D1EF3FA}" type="presParOf" srcId="{D690AADA-F521-4B36-969C-C1CFC21B2BB1}" destId="{42F3DE2F-6FC2-4872-A309-1AEB5F85C130}" srcOrd="5" destOrd="0" presId="urn:microsoft.com/office/officeart/2009/3/layout/StepUpProcess"/>
    <dgm:cxn modelId="{B3D044D9-D875-4C07-B7DD-5F1B0D7BF801}" type="presParOf" srcId="{42F3DE2F-6FC2-4872-A309-1AEB5F85C130}" destId="{BBB52139-D21B-4194-9934-2065CD23F6E8}" srcOrd="0" destOrd="0" presId="urn:microsoft.com/office/officeart/2009/3/layout/StepUpProcess"/>
    <dgm:cxn modelId="{5EFA627A-CFBE-414D-978B-C0BB6BC0095A}" type="presParOf" srcId="{D690AADA-F521-4B36-969C-C1CFC21B2BB1}" destId="{F9F42DFD-1D23-4BFA-96B3-E73DC0768EBA}" srcOrd="6" destOrd="0" presId="urn:microsoft.com/office/officeart/2009/3/layout/StepUpProcess"/>
    <dgm:cxn modelId="{CBC27A3E-AAC0-4D8E-81D9-C2680653CD31}" type="presParOf" srcId="{F9F42DFD-1D23-4BFA-96B3-E73DC0768EBA}" destId="{F5B11453-DDFF-4EFA-8CCB-F9A691AF8C4A}" srcOrd="0" destOrd="0" presId="urn:microsoft.com/office/officeart/2009/3/layout/StepUpProcess"/>
    <dgm:cxn modelId="{16C4286C-55F7-4B80-8557-46D5BFF587CE}" type="presParOf" srcId="{F9F42DFD-1D23-4BFA-96B3-E73DC0768EBA}" destId="{8C00D006-B870-4C19-B1AE-2E369504B838}" srcOrd="1" destOrd="0" presId="urn:microsoft.com/office/officeart/2009/3/layout/StepUpProcess"/>
    <dgm:cxn modelId="{8FEFEC48-5E80-4CC8-83D5-D1FFBE248C5A}" type="presParOf" srcId="{F9F42DFD-1D23-4BFA-96B3-E73DC0768EBA}" destId="{3CC7F901-A782-4516-B037-754ABC9135E7}" srcOrd="2" destOrd="0" presId="urn:microsoft.com/office/officeart/2009/3/layout/StepUpProcess"/>
    <dgm:cxn modelId="{42A33A73-8F61-42F8-8CCE-058BE5B7BDC6}" type="presParOf" srcId="{D690AADA-F521-4B36-969C-C1CFC21B2BB1}" destId="{174AFE5D-C702-4834-BBA2-7D5B3C1C8FD4}" srcOrd="7" destOrd="0" presId="urn:microsoft.com/office/officeart/2009/3/layout/StepUpProcess"/>
    <dgm:cxn modelId="{78AB5BF1-615A-4FFC-9D23-571014DB2816}" type="presParOf" srcId="{174AFE5D-C702-4834-BBA2-7D5B3C1C8FD4}" destId="{BBFA7A25-F139-44D4-BC93-6D96588531EB}" srcOrd="0" destOrd="0" presId="urn:microsoft.com/office/officeart/2009/3/layout/StepUpProcess"/>
    <dgm:cxn modelId="{A281AC09-2A9C-40B9-86F6-638F06D998CE}" type="presParOf" srcId="{D690AADA-F521-4B36-969C-C1CFC21B2BB1}" destId="{F9A18A46-989F-47B1-9640-1F1FE276B096}" srcOrd="8" destOrd="0" presId="urn:microsoft.com/office/officeart/2009/3/layout/StepUpProcess"/>
    <dgm:cxn modelId="{331CADB8-5840-40B0-B904-34F8300CB556}" type="presParOf" srcId="{F9A18A46-989F-47B1-9640-1F1FE276B096}" destId="{FF95F69E-9962-491F-8AE2-0974E429AC7D}" srcOrd="0" destOrd="0" presId="urn:microsoft.com/office/officeart/2009/3/layout/StepUpProcess"/>
    <dgm:cxn modelId="{6D63D009-FEFF-403C-8F42-98C8DBB6BA47}" type="presParOf" srcId="{F9A18A46-989F-47B1-9640-1F1FE276B096}" destId="{02147632-7A90-4705-8A5B-759FF6D580D3}" srcOrd="1" destOrd="0" presId="urn:microsoft.com/office/officeart/2009/3/layout/StepUpProcess"/>
    <dgm:cxn modelId="{B6879458-DAAB-4921-8A70-D877EFD36290}" type="presParOf" srcId="{F9A18A46-989F-47B1-9640-1F1FE276B096}" destId="{6F5A71AB-D011-459D-A20F-4F3E8E876507}" srcOrd="2" destOrd="0" presId="urn:microsoft.com/office/officeart/2009/3/layout/StepUpProcess"/>
    <dgm:cxn modelId="{11F44245-ACB4-40C8-B3CC-C7F1B0338AEF}" type="presParOf" srcId="{D690AADA-F521-4B36-969C-C1CFC21B2BB1}" destId="{C811A2A5-F9D8-43BE-BD2E-6F6A9DE59D98}" srcOrd="9" destOrd="0" presId="urn:microsoft.com/office/officeart/2009/3/layout/StepUpProcess"/>
    <dgm:cxn modelId="{79335573-2E2A-403E-8FC1-81D4CD2F31B5}" type="presParOf" srcId="{C811A2A5-F9D8-43BE-BD2E-6F6A9DE59D98}" destId="{D4B77ADE-1E27-4E77-86C3-A0FC027E5B2E}" srcOrd="0" destOrd="0" presId="urn:microsoft.com/office/officeart/2009/3/layout/StepUpProcess"/>
    <dgm:cxn modelId="{8E0779BD-3E0A-4C3E-98F5-F5F90FC3B3D1}" type="presParOf" srcId="{D690AADA-F521-4B36-969C-C1CFC21B2BB1}" destId="{ACFDBA22-A684-4498-A1C7-4D04087D9EEF}" srcOrd="10" destOrd="0" presId="urn:microsoft.com/office/officeart/2009/3/layout/StepUpProcess"/>
    <dgm:cxn modelId="{D165D502-3336-4A4F-B425-7AF2E7439A5B}" type="presParOf" srcId="{ACFDBA22-A684-4498-A1C7-4D04087D9EEF}" destId="{1EC430D8-D159-4D73-9B41-237830766C9F}" srcOrd="0" destOrd="0" presId="urn:microsoft.com/office/officeart/2009/3/layout/StepUpProcess"/>
    <dgm:cxn modelId="{F38172DE-0F8A-44D3-AD2A-33D0FB55A469}" type="presParOf" srcId="{ACFDBA22-A684-4498-A1C7-4D04087D9EEF}" destId="{17E28D25-6DA7-4737-AC1B-494B9985B99A}" srcOrd="1" destOrd="0" presId="urn:microsoft.com/office/officeart/2009/3/layout/StepUpProcess"/>
    <dgm:cxn modelId="{A227BE47-B9D7-4BBA-AC72-C5AFCA263698}" type="presParOf" srcId="{ACFDBA22-A684-4498-A1C7-4D04087D9EEF}" destId="{B03ABE19-6D62-4E9F-8C74-F92CF6673579}" srcOrd="2" destOrd="0" presId="urn:microsoft.com/office/officeart/2009/3/layout/StepUpProcess"/>
    <dgm:cxn modelId="{937C770A-F437-4135-816D-B0A1BF5202BF}" type="presParOf" srcId="{D690AADA-F521-4B36-969C-C1CFC21B2BB1}" destId="{B17557B8-7BD0-40D6-AA77-5CF0A9D5B2DC}" srcOrd="11" destOrd="0" presId="urn:microsoft.com/office/officeart/2009/3/layout/StepUpProcess"/>
    <dgm:cxn modelId="{E9982143-F3E8-4D6E-A2B3-2203DA17A251}" type="presParOf" srcId="{B17557B8-7BD0-40D6-AA77-5CF0A9D5B2DC}" destId="{9F07160C-2978-434C-A1FC-C769F02CFA25}" srcOrd="0" destOrd="0" presId="urn:microsoft.com/office/officeart/2009/3/layout/StepUpProcess"/>
    <dgm:cxn modelId="{BD6369BC-693E-47F7-A0EF-BBAEF26D97C1}" type="presParOf" srcId="{D690AADA-F521-4B36-969C-C1CFC21B2BB1}" destId="{4BC0FDFB-463C-4B5E-8ABB-A6C9AF17F8E7}" srcOrd="12" destOrd="0" presId="urn:microsoft.com/office/officeart/2009/3/layout/StepUpProcess"/>
    <dgm:cxn modelId="{86FE5C13-09D9-4442-A45A-C72600DCA920}" type="presParOf" srcId="{4BC0FDFB-463C-4B5E-8ABB-A6C9AF17F8E7}" destId="{63EB0615-D55A-4F38-AEEB-77D5FBE134A8}" srcOrd="0" destOrd="0" presId="urn:microsoft.com/office/officeart/2009/3/layout/StepUpProcess"/>
    <dgm:cxn modelId="{062136FE-3A5B-475F-A44A-36A88CAEEC93}" type="presParOf" srcId="{4BC0FDFB-463C-4B5E-8ABB-A6C9AF17F8E7}" destId="{256CE4E4-2279-4DD2-990D-8C7395D5A1F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D60939-BF65-47B5-87C3-B4E4F4D15F1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B16A47-4644-45FF-B1D3-077E7D3131A0}">
      <dgm:prSet phldrT="[Text]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5AC795-7AE9-4B23-9FA4-0F480C522763}" type="parTrans" cxnId="{37A5DB45-C2CE-4F8D-9B14-D827C0311057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D5046E-3087-46AB-82E1-FCFA0D672C56}" type="sibTrans" cxnId="{37A5DB45-C2CE-4F8D-9B14-D827C0311057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57F361-29ED-4336-B83F-7B2918DBE220}">
      <dgm:prSet phldrT="[Text]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090243-67A2-4207-AE6D-89690F299C11}" type="parTrans" cxnId="{05C47D80-C7EF-49AD-88D1-DFC6AA4B33D1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4801A5-063E-4914-8B71-E9752057B630}" type="sibTrans" cxnId="{05C47D80-C7EF-49AD-88D1-DFC6AA4B33D1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558B6D-9EF0-496E-A29C-E360D74EB0BA}">
      <dgm:prSet phldrT="[Text]" custT="1"/>
      <dgm:spPr/>
      <dgm:t>
        <a:bodyPr/>
        <a:lstStyle/>
        <a:p>
          <a:pPr>
            <a:buNone/>
          </a:pP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Định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A6676A-240C-48CD-A58C-3E67606BAC5F}" type="parTrans" cxnId="{97FC809B-C8B1-4216-A7CE-99F402A972F8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D4F9DF-B987-41FE-9DBC-7592EC0BE9B0}" type="sibTrans" cxnId="{97FC809B-C8B1-4216-A7CE-99F402A972F8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35C2A6-5E7D-43A9-B7BE-E376A033A4C7}">
      <dgm:prSet phldrT="[Text]" custT="1"/>
      <dgm:spPr/>
      <dgm:t>
        <a:bodyPr/>
        <a:lstStyle/>
        <a:p>
          <a:pPr>
            <a:buNone/>
          </a:pP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Phương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án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kiến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trúc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sư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trưởng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992222-43FC-4EEE-9F8B-CA012C3BB47D}" type="parTrans" cxnId="{6AA57EA4-C62E-4FC9-A20B-97BBF92437A7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876C7E-B083-4F70-92F4-58F1BFBB52CA}" type="sibTrans" cxnId="{6AA57EA4-C62E-4FC9-A20B-97BBF92437A7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89BEEC-AE19-45F0-8EB1-FE6100AE1C72}">
      <dgm:prSet phldrT="[Text]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Giữ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kỹ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07BD10-EFD6-4CEE-9BBB-7BED017845EC}" type="parTrans" cxnId="{F851E332-B8F6-4696-BE32-E41C5487A11A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F3B890-0E22-449D-A45D-3BA5676D663E}" type="sibTrans" cxnId="{F851E332-B8F6-4696-BE32-E41C5487A11A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ACFFEA-64D5-420E-B1E0-47CE6566C792}">
      <dgm:prSet phldrT="[Text]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Chăm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sóc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bác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sĩ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AF0022-3ECC-481E-8095-5F44BC18DB89}" type="parTrans" cxnId="{9A9C71A0-BB70-471C-BFEE-8443733858A9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638825-3778-43A6-BBA9-FC1DFC65E059}" type="sibTrans" cxnId="{9A9C71A0-BB70-471C-BFEE-8443733858A9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50BD72-09B4-4F7C-ADC5-12DF005363AE}">
      <dgm:prSet phldrT="[Text]" custT="1"/>
      <dgm:spPr/>
      <dgm:t>
        <a:bodyPr/>
        <a:lstStyle/>
        <a:p>
          <a:pPr>
            <a:buNone/>
          </a:pP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Giữ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dọn</a:t>
          </a:r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665674-0CFC-498E-9036-03919FC2609A}" type="parTrans" cxnId="{0810996E-A985-45EB-8901-C2109F10BD6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588A62-B37D-42DD-AEA2-A07B698C7A0F}" type="sibTrans" cxnId="{0810996E-A985-45EB-8901-C2109F10BD6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74BD41-9C0A-4DAF-8A1D-DBBB9BE0EE71}" type="pres">
      <dgm:prSet presAssocID="{70D60939-BF65-47B5-87C3-B4E4F4D15F1C}" presName="CompostProcess" presStyleCnt="0">
        <dgm:presLayoutVars>
          <dgm:dir/>
          <dgm:resizeHandles val="exact"/>
        </dgm:presLayoutVars>
      </dgm:prSet>
      <dgm:spPr/>
    </dgm:pt>
    <dgm:pt modelId="{04CB4FFA-7F2E-49A7-A32E-8AC76768896D}" type="pres">
      <dgm:prSet presAssocID="{70D60939-BF65-47B5-87C3-B4E4F4D15F1C}" presName="arrow" presStyleLbl="bgShp" presStyleIdx="0" presStyleCnt="1"/>
      <dgm:spPr/>
    </dgm:pt>
    <dgm:pt modelId="{6ACAF89E-E7F8-4754-BD46-3518546785BF}" type="pres">
      <dgm:prSet presAssocID="{70D60939-BF65-47B5-87C3-B4E4F4D15F1C}" presName="linearProcess" presStyleCnt="0"/>
      <dgm:spPr/>
    </dgm:pt>
    <dgm:pt modelId="{CAD83024-1BBF-4C97-B2BE-590B5998D242}" type="pres">
      <dgm:prSet presAssocID="{06B16A47-4644-45FF-B1D3-077E7D3131A0}" presName="textNode" presStyleLbl="node1" presStyleIdx="0" presStyleCnt="7">
        <dgm:presLayoutVars>
          <dgm:bulletEnabled val="1"/>
        </dgm:presLayoutVars>
      </dgm:prSet>
      <dgm:spPr/>
    </dgm:pt>
    <dgm:pt modelId="{9CC82188-B3C5-47B5-BE86-4A99C4784F03}" type="pres">
      <dgm:prSet presAssocID="{C5D5046E-3087-46AB-82E1-FCFA0D672C56}" presName="sibTrans" presStyleCnt="0"/>
      <dgm:spPr/>
    </dgm:pt>
    <dgm:pt modelId="{3CF51900-5D73-4F6F-ADB7-2CB79390DDEF}" type="pres">
      <dgm:prSet presAssocID="{8657F361-29ED-4336-B83F-7B2918DBE220}" presName="textNode" presStyleLbl="node1" presStyleIdx="1" presStyleCnt="7">
        <dgm:presLayoutVars>
          <dgm:bulletEnabled val="1"/>
        </dgm:presLayoutVars>
      </dgm:prSet>
      <dgm:spPr/>
    </dgm:pt>
    <dgm:pt modelId="{FD366AA7-A4E3-4259-BA59-386EC58C5923}" type="pres">
      <dgm:prSet presAssocID="{7D4801A5-063E-4914-8B71-E9752057B630}" presName="sibTrans" presStyleCnt="0"/>
      <dgm:spPr/>
    </dgm:pt>
    <dgm:pt modelId="{F5DAACFC-D50B-4E97-A1A2-A704232E38D9}" type="pres">
      <dgm:prSet presAssocID="{50558B6D-9EF0-496E-A29C-E360D74EB0BA}" presName="textNode" presStyleLbl="node1" presStyleIdx="2" presStyleCnt="7">
        <dgm:presLayoutVars>
          <dgm:bulletEnabled val="1"/>
        </dgm:presLayoutVars>
      </dgm:prSet>
      <dgm:spPr/>
    </dgm:pt>
    <dgm:pt modelId="{28A022C8-F5BE-4D80-921A-A22F84824846}" type="pres">
      <dgm:prSet presAssocID="{BDD4F9DF-B987-41FE-9DBC-7592EC0BE9B0}" presName="sibTrans" presStyleCnt="0"/>
      <dgm:spPr/>
    </dgm:pt>
    <dgm:pt modelId="{A390A52C-09B8-4213-8C1A-437EA2283348}" type="pres">
      <dgm:prSet presAssocID="{9E35C2A6-5E7D-43A9-B7BE-E376A033A4C7}" presName="textNode" presStyleLbl="node1" presStyleIdx="3" presStyleCnt="7">
        <dgm:presLayoutVars>
          <dgm:bulletEnabled val="1"/>
        </dgm:presLayoutVars>
      </dgm:prSet>
      <dgm:spPr/>
    </dgm:pt>
    <dgm:pt modelId="{EA42C1D7-E67B-413F-84EC-1EA875B29DCE}" type="pres">
      <dgm:prSet presAssocID="{A8876C7E-B083-4F70-92F4-58F1BFBB52CA}" presName="sibTrans" presStyleCnt="0"/>
      <dgm:spPr/>
    </dgm:pt>
    <dgm:pt modelId="{E91D9D74-D328-478C-99AE-8789E5FBE481}" type="pres">
      <dgm:prSet presAssocID="{6289BEEC-AE19-45F0-8EB1-FE6100AE1C72}" presName="textNode" presStyleLbl="node1" presStyleIdx="4" presStyleCnt="7">
        <dgm:presLayoutVars>
          <dgm:bulletEnabled val="1"/>
        </dgm:presLayoutVars>
      </dgm:prSet>
      <dgm:spPr/>
    </dgm:pt>
    <dgm:pt modelId="{CE7C5C58-C3CA-461E-BB1A-2E79CC820B28}" type="pres">
      <dgm:prSet presAssocID="{ECF3B890-0E22-449D-A45D-3BA5676D663E}" presName="sibTrans" presStyleCnt="0"/>
      <dgm:spPr/>
    </dgm:pt>
    <dgm:pt modelId="{B1CC98AD-0F79-4407-B0FF-8075BC58F14B}" type="pres">
      <dgm:prSet presAssocID="{15ACFFEA-64D5-420E-B1E0-47CE6566C792}" presName="textNode" presStyleLbl="node1" presStyleIdx="5" presStyleCnt="7">
        <dgm:presLayoutVars>
          <dgm:bulletEnabled val="1"/>
        </dgm:presLayoutVars>
      </dgm:prSet>
      <dgm:spPr/>
    </dgm:pt>
    <dgm:pt modelId="{5C295EB7-840F-49B2-9193-C7E70411C5AF}" type="pres">
      <dgm:prSet presAssocID="{9C638825-3778-43A6-BBA9-FC1DFC65E059}" presName="sibTrans" presStyleCnt="0"/>
      <dgm:spPr/>
    </dgm:pt>
    <dgm:pt modelId="{3973067A-CE44-4E59-ADED-A63DBDBBE927}" type="pres">
      <dgm:prSet presAssocID="{FE50BD72-09B4-4F7C-ADC5-12DF005363AE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33A3CE0E-7CCB-427E-91FA-E1AE4A703AB0}" type="presOf" srcId="{50558B6D-9EF0-496E-A29C-E360D74EB0BA}" destId="{F5DAACFC-D50B-4E97-A1A2-A704232E38D9}" srcOrd="0" destOrd="0" presId="urn:microsoft.com/office/officeart/2005/8/layout/hProcess9"/>
    <dgm:cxn modelId="{F851E332-B8F6-4696-BE32-E41C5487A11A}" srcId="{70D60939-BF65-47B5-87C3-B4E4F4D15F1C}" destId="{6289BEEC-AE19-45F0-8EB1-FE6100AE1C72}" srcOrd="4" destOrd="0" parTransId="{EA07BD10-EFD6-4CEE-9BBB-7BED017845EC}" sibTransId="{ECF3B890-0E22-449D-A45D-3BA5676D663E}"/>
    <dgm:cxn modelId="{37A5DB45-C2CE-4F8D-9B14-D827C0311057}" srcId="{70D60939-BF65-47B5-87C3-B4E4F4D15F1C}" destId="{06B16A47-4644-45FF-B1D3-077E7D3131A0}" srcOrd="0" destOrd="0" parTransId="{135AC795-7AE9-4B23-9FA4-0F480C522763}" sibTransId="{C5D5046E-3087-46AB-82E1-FCFA0D672C56}"/>
    <dgm:cxn modelId="{0810996E-A985-45EB-8901-C2109F10BD65}" srcId="{70D60939-BF65-47B5-87C3-B4E4F4D15F1C}" destId="{FE50BD72-09B4-4F7C-ADC5-12DF005363AE}" srcOrd="6" destOrd="0" parTransId="{6A665674-0CFC-498E-9036-03919FC2609A}" sibTransId="{D8588A62-B37D-42DD-AEA2-A07B698C7A0F}"/>
    <dgm:cxn modelId="{05C47D80-C7EF-49AD-88D1-DFC6AA4B33D1}" srcId="{70D60939-BF65-47B5-87C3-B4E4F4D15F1C}" destId="{8657F361-29ED-4336-B83F-7B2918DBE220}" srcOrd="1" destOrd="0" parTransId="{0A090243-67A2-4207-AE6D-89690F299C11}" sibTransId="{7D4801A5-063E-4914-8B71-E9752057B630}"/>
    <dgm:cxn modelId="{97FC809B-C8B1-4216-A7CE-99F402A972F8}" srcId="{70D60939-BF65-47B5-87C3-B4E4F4D15F1C}" destId="{50558B6D-9EF0-496E-A29C-E360D74EB0BA}" srcOrd="2" destOrd="0" parTransId="{16A6676A-240C-48CD-A58C-3E67606BAC5F}" sibTransId="{BDD4F9DF-B987-41FE-9DBC-7592EC0BE9B0}"/>
    <dgm:cxn modelId="{9A9C71A0-BB70-471C-BFEE-8443733858A9}" srcId="{70D60939-BF65-47B5-87C3-B4E4F4D15F1C}" destId="{15ACFFEA-64D5-420E-B1E0-47CE6566C792}" srcOrd="5" destOrd="0" parTransId="{EEAF0022-3ECC-481E-8095-5F44BC18DB89}" sibTransId="{9C638825-3778-43A6-BBA9-FC1DFC65E059}"/>
    <dgm:cxn modelId="{6AA57EA4-C62E-4FC9-A20B-97BBF92437A7}" srcId="{70D60939-BF65-47B5-87C3-B4E4F4D15F1C}" destId="{9E35C2A6-5E7D-43A9-B7BE-E376A033A4C7}" srcOrd="3" destOrd="0" parTransId="{1E992222-43FC-4EEE-9F8B-CA012C3BB47D}" sibTransId="{A8876C7E-B083-4F70-92F4-58F1BFBB52CA}"/>
    <dgm:cxn modelId="{753BFCAD-674C-42D5-8D44-9C658A91A6CE}" type="presOf" srcId="{70D60939-BF65-47B5-87C3-B4E4F4D15F1C}" destId="{3974BD41-9C0A-4DAF-8A1D-DBBB9BE0EE71}" srcOrd="0" destOrd="0" presId="urn:microsoft.com/office/officeart/2005/8/layout/hProcess9"/>
    <dgm:cxn modelId="{443213B8-D969-497D-B1D7-7BEE15109123}" type="presOf" srcId="{15ACFFEA-64D5-420E-B1E0-47CE6566C792}" destId="{B1CC98AD-0F79-4407-B0FF-8075BC58F14B}" srcOrd="0" destOrd="0" presId="urn:microsoft.com/office/officeart/2005/8/layout/hProcess9"/>
    <dgm:cxn modelId="{92AB2EBA-58E6-4083-A78C-65EB02BB20E0}" type="presOf" srcId="{8657F361-29ED-4336-B83F-7B2918DBE220}" destId="{3CF51900-5D73-4F6F-ADB7-2CB79390DDEF}" srcOrd="0" destOrd="0" presId="urn:microsoft.com/office/officeart/2005/8/layout/hProcess9"/>
    <dgm:cxn modelId="{10BC21C5-CA14-485D-93AF-09719745D496}" type="presOf" srcId="{9E35C2A6-5E7D-43A9-B7BE-E376A033A4C7}" destId="{A390A52C-09B8-4213-8C1A-437EA2283348}" srcOrd="0" destOrd="0" presId="urn:microsoft.com/office/officeart/2005/8/layout/hProcess9"/>
    <dgm:cxn modelId="{3E46A6CB-BB3E-47C4-977E-91FF63092438}" type="presOf" srcId="{6289BEEC-AE19-45F0-8EB1-FE6100AE1C72}" destId="{E91D9D74-D328-478C-99AE-8789E5FBE481}" srcOrd="0" destOrd="0" presId="urn:microsoft.com/office/officeart/2005/8/layout/hProcess9"/>
    <dgm:cxn modelId="{2C0547CE-FA42-4006-BE64-7543D3E7DE94}" type="presOf" srcId="{06B16A47-4644-45FF-B1D3-077E7D3131A0}" destId="{CAD83024-1BBF-4C97-B2BE-590B5998D242}" srcOrd="0" destOrd="0" presId="urn:microsoft.com/office/officeart/2005/8/layout/hProcess9"/>
    <dgm:cxn modelId="{4966DAF3-0EEB-49AB-8F0B-365D2BB53016}" type="presOf" srcId="{FE50BD72-09B4-4F7C-ADC5-12DF005363AE}" destId="{3973067A-CE44-4E59-ADED-A63DBDBBE927}" srcOrd="0" destOrd="0" presId="urn:microsoft.com/office/officeart/2005/8/layout/hProcess9"/>
    <dgm:cxn modelId="{6618F706-50C7-468A-9D44-25CC8FF859BD}" type="presParOf" srcId="{3974BD41-9C0A-4DAF-8A1D-DBBB9BE0EE71}" destId="{04CB4FFA-7F2E-49A7-A32E-8AC76768896D}" srcOrd="0" destOrd="0" presId="urn:microsoft.com/office/officeart/2005/8/layout/hProcess9"/>
    <dgm:cxn modelId="{82283F0F-430F-4CC8-A8DC-A04E21E7795E}" type="presParOf" srcId="{3974BD41-9C0A-4DAF-8A1D-DBBB9BE0EE71}" destId="{6ACAF89E-E7F8-4754-BD46-3518546785BF}" srcOrd="1" destOrd="0" presId="urn:microsoft.com/office/officeart/2005/8/layout/hProcess9"/>
    <dgm:cxn modelId="{CC9E495E-ACB2-406B-832C-9507C354E4DF}" type="presParOf" srcId="{6ACAF89E-E7F8-4754-BD46-3518546785BF}" destId="{CAD83024-1BBF-4C97-B2BE-590B5998D242}" srcOrd="0" destOrd="0" presId="urn:microsoft.com/office/officeart/2005/8/layout/hProcess9"/>
    <dgm:cxn modelId="{A0412974-5DB4-4231-A1CF-1C8AB03C3767}" type="presParOf" srcId="{6ACAF89E-E7F8-4754-BD46-3518546785BF}" destId="{9CC82188-B3C5-47B5-BE86-4A99C4784F03}" srcOrd="1" destOrd="0" presId="urn:microsoft.com/office/officeart/2005/8/layout/hProcess9"/>
    <dgm:cxn modelId="{FAC61FE8-7FC1-4420-AFAD-0178040E816D}" type="presParOf" srcId="{6ACAF89E-E7F8-4754-BD46-3518546785BF}" destId="{3CF51900-5D73-4F6F-ADB7-2CB79390DDEF}" srcOrd="2" destOrd="0" presId="urn:microsoft.com/office/officeart/2005/8/layout/hProcess9"/>
    <dgm:cxn modelId="{922FE8BC-9C2C-43D5-81FD-D206DA323E33}" type="presParOf" srcId="{6ACAF89E-E7F8-4754-BD46-3518546785BF}" destId="{FD366AA7-A4E3-4259-BA59-386EC58C5923}" srcOrd="3" destOrd="0" presId="urn:microsoft.com/office/officeart/2005/8/layout/hProcess9"/>
    <dgm:cxn modelId="{AD7AC57F-57F0-4DFB-9803-FBBA65C1172E}" type="presParOf" srcId="{6ACAF89E-E7F8-4754-BD46-3518546785BF}" destId="{F5DAACFC-D50B-4E97-A1A2-A704232E38D9}" srcOrd="4" destOrd="0" presId="urn:microsoft.com/office/officeart/2005/8/layout/hProcess9"/>
    <dgm:cxn modelId="{22D6D786-C3B3-4F96-8768-522CCF227C2E}" type="presParOf" srcId="{6ACAF89E-E7F8-4754-BD46-3518546785BF}" destId="{28A022C8-F5BE-4D80-921A-A22F84824846}" srcOrd="5" destOrd="0" presId="urn:microsoft.com/office/officeart/2005/8/layout/hProcess9"/>
    <dgm:cxn modelId="{400941EA-6A8E-47F7-AC90-5A569A748C0E}" type="presParOf" srcId="{6ACAF89E-E7F8-4754-BD46-3518546785BF}" destId="{A390A52C-09B8-4213-8C1A-437EA2283348}" srcOrd="6" destOrd="0" presId="urn:microsoft.com/office/officeart/2005/8/layout/hProcess9"/>
    <dgm:cxn modelId="{B38970C8-C6F9-4BE1-82FF-F2E7F547B241}" type="presParOf" srcId="{6ACAF89E-E7F8-4754-BD46-3518546785BF}" destId="{EA42C1D7-E67B-413F-84EC-1EA875B29DCE}" srcOrd="7" destOrd="0" presId="urn:microsoft.com/office/officeart/2005/8/layout/hProcess9"/>
    <dgm:cxn modelId="{CD8ACB0A-40F8-4DE0-A7E4-EB491770EAAA}" type="presParOf" srcId="{6ACAF89E-E7F8-4754-BD46-3518546785BF}" destId="{E91D9D74-D328-478C-99AE-8789E5FBE481}" srcOrd="8" destOrd="0" presId="urn:microsoft.com/office/officeart/2005/8/layout/hProcess9"/>
    <dgm:cxn modelId="{F5B7E97C-D2E0-4ADF-A322-A5D20463E0DA}" type="presParOf" srcId="{6ACAF89E-E7F8-4754-BD46-3518546785BF}" destId="{CE7C5C58-C3CA-461E-BB1A-2E79CC820B28}" srcOrd="9" destOrd="0" presId="urn:microsoft.com/office/officeart/2005/8/layout/hProcess9"/>
    <dgm:cxn modelId="{BAC10394-6324-4799-88E7-A5BD102EB998}" type="presParOf" srcId="{6ACAF89E-E7F8-4754-BD46-3518546785BF}" destId="{B1CC98AD-0F79-4407-B0FF-8075BC58F14B}" srcOrd="10" destOrd="0" presId="urn:microsoft.com/office/officeart/2005/8/layout/hProcess9"/>
    <dgm:cxn modelId="{F0901FE5-7248-4BAB-8CA6-543FFD3BE58A}" type="presParOf" srcId="{6ACAF89E-E7F8-4754-BD46-3518546785BF}" destId="{5C295EB7-840F-49B2-9193-C7E70411C5AF}" srcOrd="11" destOrd="0" presId="urn:microsoft.com/office/officeart/2005/8/layout/hProcess9"/>
    <dgm:cxn modelId="{09DC1EC4-06D4-4A12-8CBB-CA4B656F5E53}" type="presParOf" srcId="{6ACAF89E-E7F8-4754-BD46-3518546785BF}" destId="{3973067A-CE44-4E59-ADED-A63DBDBBE927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8DEC28-1FA5-431B-8152-6720118125C8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972868-5446-47CB-94F4-2B055B004B3D}">
      <dgm:prSet phldrT="[Text]" phldr="0"/>
      <dgm:spPr/>
      <dgm:t>
        <a:bodyPr/>
        <a:lstStyle/>
        <a:p>
          <a:r>
            <a:rPr lang="en-US"/>
            <a:t>Năng lực chuyên môn</a:t>
          </a:r>
        </a:p>
      </dgm:t>
    </dgm:pt>
    <dgm:pt modelId="{3B9C3E67-1E8A-4B3D-99FA-5ED5FF126F2C}" type="parTrans" cxnId="{B2A16112-570B-400D-9946-D1561302B587}">
      <dgm:prSet/>
      <dgm:spPr/>
      <dgm:t>
        <a:bodyPr/>
        <a:lstStyle/>
        <a:p>
          <a:endParaRPr lang="en-US"/>
        </a:p>
      </dgm:t>
    </dgm:pt>
    <dgm:pt modelId="{357033A4-6910-4D8B-BA70-D3A8856F2385}" type="sibTrans" cxnId="{B2A16112-570B-400D-9946-D1561302B587}">
      <dgm:prSet/>
      <dgm:spPr/>
      <dgm:t>
        <a:bodyPr/>
        <a:lstStyle/>
        <a:p>
          <a:endParaRPr lang="en-US"/>
        </a:p>
      </dgm:t>
    </dgm:pt>
    <dgm:pt modelId="{5506B4C9-5276-4238-B520-628B1D6C4CC1}">
      <dgm:prSet phldrT="[Text]" custT="1"/>
      <dgm:spPr/>
      <dgm:t>
        <a:bodyPr/>
        <a:lstStyle/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1) Applied Reservoir Engineering – RE</a:t>
          </a: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 tooltip="This course is designed to give an introduction to the fundamental and practical aspects of modern reservoir simulation. Particular emphasis is placed upon the available data and its integration into a data set that reflects a coherent model of the r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2) Reservoir Simulation Strategies – RSS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3) IOR/EOR course</a:t>
          </a: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4) Field Development planning course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 tooltip="This skill module explains the key principles in analyzing well performance parameters of any production (or injection) well using the principles and practices of NODAL™ analysis, also referenced as system analysis. Inflow and outflow equations are d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5) Well Performance &amp; Nodal Analysis Fundamentals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6) Artificial Lift Systems (ESP, GL)</a:t>
          </a: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7) Pressure Trasient Analysis and Production logging</a:t>
          </a: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 tooltip="Data is an often neglected aspect of Petroleum Data Analytics projects. We are excited to get started building a predictive model given the new artificial intelligence/ machine learning techniques but if we rush over the data profiling steps, not und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8) Data Foundation for the Digital Oilfield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i="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514285EA-D292-4762-BA5D-547BC15A2913}" type="parTrans" cxnId="{352183AC-6F90-4867-B201-5F8856A255D3}">
      <dgm:prSet/>
      <dgm:spPr/>
      <dgm:t>
        <a:bodyPr/>
        <a:lstStyle/>
        <a:p>
          <a:endParaRPr lang="en-US"/>
        </a:p>
      </dgm:t>
    </dgm:pt>
    <dgm:pt modelId="{9CBA98DA-7F9D-479D-A31D-55FCAB6859B3}" type="sibTrans" cxnId="{352183AC-6F90-4867-B201-5F8856A255D3}">
      <dgm:prSet/>
      <dgm:spPr/>
      <dgm:t>
        <a:bodyPr/>
        <a:lstStyle/>
        <a:p>
          <a:endParaRPr lang="en-US"/>
        </a:p>
      </dgm:t>
    </dgm:pt>
    <dgm:pt modelId="{9CB2CF7A-66A2-4BE0-A8ED-E37BD23AC1B7}">
      <dgm:prSet phldrT="[Text]" phldr="0"/>
      <dgm:spPr/>
      <dgm:t>
        <a:bodyPr/>
        <a:lstStyle/>
        <a:p>
          <a:r>
            <a:rPr lang="en-US"/>
            <a:t>Kỹ năng mềm</a:t>
          </a:r>
        </a:p>
      </dgm:t>
    </dgm:pt>
    <dgm:pt modelId="{69857E3F-11B2-4C48-B49D-5AFA1CCA5950}" type="parTrans" cxnId="{7C2FD246-E52C-49F1-B1F2-00D81595E5FB}">
      <dgm:prSet/>
      <dgm:spPr/>
      <dgm:t>
        <a:bodyPr/>
        <a:lstStyle/>
        <a:p>
          <a:endParaRPr lang="en-US"/>
        </a:p>
      </dgm:t>
    </dgm:pt>
    <dgm:pt modelId="{F53E2013-8FC3-4A1B-8C8F-6507365310D9}" type="sibTrans" cxnId="{7C2FD246-E52C-49F1-B1F2-00D81595E5FB}">
      <dgm:prSet/>
      <dgm:spPr/>
      <dgm:t>
        <a:bodyPr/>
        <a:lstStyle/>
        <a:p>
          <a:endParaRPr lang="en-US"/>
        </a:p>
      </dgm:t>
    </dgm:pt>
    <dgm:pt modelId="{59EADF4C-02BD-4F4A-9A80-9D7B0A18AF38}">
      <dgm:prSet phldrT="[Text]" phldr="0"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Các khóa học thuộc chương trình nhân viên tài năng PVEP</a:t>
          </a:r>
        </a:p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Khóa quản lý dự án</a:t>
          </a:r>
        </a:p>
      </dgm:t>
    </dgm:pt>
    <dgm:pt modelId="{5273F6EA-83EA-4C96-A88E-BF864E47795F}" type="parTrans" cxnId="{18054E63-17C8-4BE8-BB73-AF66B52D591C}">
      <dgm:prSet/>
      <dgm:spPr/>
      <dgm:t>
        <a:bodyPr/>
        <a:lstStyle/>
        <a:p>
          <a:endParaRPr lang="en-US"/>
        </a:p>
      </dgm:t>
    </dgm:pt>
    <dgm:pt modelId="{9E96896E-0E88-4CEA-BB37-300EE0C0D186}" type="sibTrans" cxnId="{18054E63-17C8-4BE8-BB73-AF66B52D591C}">
      <dgm:prSet/>
      <dgm:spPr/>
      <dgm:t>
        <a:bodyPr/>
        <a:lstStyle/>
        <a:p>
          <a:endParaRPr lang="en-US"/>
        </a:p>
      </dgm:t>
    </dgm:pt>
    <dgm:pt modelId="{2A53A97A-D09B-49E6-816B-6D037854A9B9}" type="pres">
      <dgm:prSet presAssocID="{348DEC28-1FA5-431B-8152-6720118125C8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BF5A2E1B-6E75-4040-9C12-82C841157920}" type="pres">
      <dgm:prSet presAssocID="{63972868-5446-47CB-94F4-2B055B004B3D}" presName="parentText1" presStyleLbl="node1" presStyleIdx="0" presStyleCnt="2">
        <dgm:presLayoutVars>
          <dgm:chMax/>
          <dgm:chPref val="3"/>
          <dgm:bulletEnabled val="1"/>
        </dgm:presLayoutVars>
      </dgm:prSet>
      <dgm:spPr/>
    </dgm:pt>
    <dgm:pt modelId="{9C20A7AD-994A-4636-8CBF-0093B839DB6C}" type="pres">
      <dgm:prSet presAssocID="{63972868-5446-47CB-94F4-2B055B004B3D}" presName="childText1" presStyleLbl="solidAlignAcc1" presStyleIdx="0" presStyleCnt="2">
        <dgm:presLayoutVars>
          <dgm:chMax val="0"/>
          <dgm:chPref val="0"/>
          <dgm:bulletEnabled val="1"/>
        </dgm:presLayoutVars>
      </dgm:prSet>
      <dgm:spPr/>
    </dgm:pt>
    <dgm:pt modelId="{CA249A1E-DE07-4CA4-95EA-AF9BC8DDB513}" type="pres">
      <dgm:prSet presAssocID="{9CB2CF7A-66A2-4BE0-A8ED-E37BD23AC1B7}" presName="parentText2" presStyleLbl="node1" presStyleIdx="1" presStyleCnt="2">
        <dgm:presLayoutVars>
          <dgm:chMax/>
          <dgm:chPref val="3"/>
          <dgm:bulletEnabled val="1"/>
        </dgm:presLayoutVars>
      </dgm:prSet>
      <dgm:spPr/>
    </dgm:pt>
    <dgm:pt modelId="{C81E6F0A-D747-4470-8906-8D812636EDEE}" type="pres">
      <dgm:prSet presAssocID="{9CB2CF7A-66A2-4BE0-A8ED-E37BD23AC1B7}" presName="childText2" presStyleLbl="solidAlignAcc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2A16112-570B-400D-9946-D1561302B587}" srcId="{348DEC28-1FA5-431B-8152-6720118125C8}" destId="{63972868-5446-47CB-94F4-2B055B004B3D}" srcOrd="0" destOrd="0" parTransId="{3B9C3E67-1E8A-4B3D-99FA-5ED5FF126F2C}" sibTransId="{357033A4-6910-4D8B-BA70-D3A8856F2385}"/>
    <dgm:cxn modelId="{2B1E4432-8507-41FF-A64C-B58C8C1578E2}" type="presOf" srcId="{59EADF4C-02BD-4F4A-9A80-9D7B0A18AF38}" destId="{C81E6F0A-D747-4470-8906-8D812636EDEE}" srcOrd="0" destOrd="0" presId="urn:microsoft.com/office/officeart/2009/3/layout/IncreasingArrowsProcess"/>
    <dgm:cxn modelId="{1EE67236-1BF1-40A0-B3FB-FA9D6C1CEF95}" type="presOf" srcId="{5506B4C9-5276-4238-B520-628B1D6C4CC1}" destId="{9C20A7AD-994A-4636-8CBF-0093B839DB6C}" srcOrd="0" destOrd="0" presId="urn:microsoft.com/office/officeart/2009/3/layout/IncreasingArrowsProcess"/>
    <dgm:cxn modelId="{18054E63-17C8-4BE8-BB73-AF66B52D591C}" srcId="{9CB2CF7A-66A2-4BE0-A8ED-E37BD23AC1B7}" destId="{59EADF4C-02BD-4F4A-9A80-9D7B0A18AF38}" srcOrd="0" destOrd="0" parTransId="{5273F6EA-83EA-4C96-A88E-BF864E47795F}" sibTransId="{9E96896E-0E88-4CEA-BB37-300EE0C0D186}"/>
    <dgm:cxn modelId="{7C2FD246-E52C-49F1-B1F2-00D81595E5FB}" srcId="{348DEC28-1FA5-431B-8152-6720118125C8}" destId="{9CB2CF7A-66A2-4BE0-A8ED-E37BD23AC1B7}" srcOrd="1" destOrd="0" parTransId="{69857E3F-11B2-4C48-B49D-5AFA1CCA5950}" sibTransId="{F53E2013-8FC3-4A1B-8C8F-6507365310D9}"/>
    <dgm:cxn modelId="{23793C49-8827-48A0-84E4-A82FCEF0BC93}" type="presOf" srcId="{9CB2CF7A-66A2-4BE0-A8ED-E37BD23AC1B7}" destId="{CA249A1E-DE07-4CA4-95EA-AF9BC8DDB513}" srcOrd="0" destOrd="0" presId="urn:microsoft.com/office/officeart/2009/3/layout/IncreasingArrowsProcess"/>
    <dgm:cxn modelId="{352183AC-6F90-4867-B201-5F8856A255D3}" srcId="{63972868-5446-47CB-94F4-2B055B004B3D}" destId="{5506B4C9-5276-4238-B520-628B1D6C4CC1}" srcOrd="0" destOrd="0" parTransId="{514285EA-D292-4762-BA5D-547BC15A2913}" sibTransId="{9CBA98DA-7F9D-479D-A31D-55FCAB6859B3}"/>
    <dgm:cxn modelId="{41132DC4-BA84-41C2-B9C2-7994CA137CFE}" type="presOf" srcId="{348DEC28-1FA5-431B-8152-6720118125C8}" destId="{2A53A97A-D09B-49E6-816B-6D037854A9B9}" srcOrd="0" destOrd="0" presId="urn:microsoft.com/office/officeart/2009/3/layout/IncreasingArrowsProcess"/>
    <dgm:cxn modelId="{1C30D9CF-4675-4315-BA7C-5629B4D4ABE7}" type="presOf" srcId="{63972868-5446-47CB-94F4-2B055B004B3D}" destId="{BF5A2E1B-6E75-4040-9C12-82C841157920}" srcOrd="0" destOrd="0" presId="urn:microsoft.com/office/officeart/2009/3/layout/IncreasingArrowsProcess"/>
    <dgm:cxn modelId="{66012CFD-69EB-418C-A0F0-234D11D8EFFE}" type="presParOf" srcId="{2A53A97A-D09B-49E6-816B-6D037854A9B9}" destId="{BF5A2E1B-6E75-4040-9C12-82C841157920}" srcOrd="0" destOrd="0" presId="urn:microsoft.com/office/officeart/2009/3/layout/IncreasingArrowsProcess"/>
    <dgm:cxn modelId="{CED5CD76-CA05-4AF3-AF77-35F659CC74FA}" type="presParOf" srcId="{2A53A97A-D09B-49E6-816B-6D037854A9B9}" destId="{9C20A7AD-994A-4636-8CBF-0093B839DB6C}" srcOrd="1" destOrd="0" presId="urn:microsoft.com/office/officeart/2009/3/layout/IncreasingArrowsProcess"/>
    <dgm:cxn modelId="{C461B26A-916B-4853-8EA6-4B80E1D22ED7}" type="presParOf" srcId="{2A53A97A-D09B-49E6-816B-6D037854A9B9}" destId="{CA249A1E-DE07-4CA4-95EA-AF9BC8DDB513}" srcOrd="2" destOrd="0" presId="urn:microsoft.com/office/officeart/2009/3/layout/IncreasingArrowsProcess"/>
    <dgm:cxn modelId="{2DAABC65-5049-48C0-A8D6-6E6CF7941C82}" type="presParOf" srcId="{2A53A97A-D09B-49E6-816B-6D037854A9B9}" destId="{C81E6F0A-D747-4470-8906-8D812636EDEE}" srcOrd="3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6834A-ADD4-4C3E-BF2C-3D0B2F8D37FD}">
      <dsp:nvSpPr>
        <dsp:cNvPr id="0" name=""/>
        <dsp:cNvSpPr/>
      </dsp:nvSpPr>
      <dsp:spPr>
        <a:xfrm rot="5400000">
          <a:off x="281414" y="3624692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F8CC6-B415-4453-9CCB-2094B62B78CC}">
      <dsp:nvSpPr>
        <dsp:cNvPr id="0" name=""/>
        <dsp:cNvSpPr/>
      </dsp:nvSpPr>
      <dsp:spPr>
        <a:xfrm>
          <a:off x="139991" y="4095040"/>
          <a:ext cx="1521481" cy="2439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rtlCol="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Thu thập dữ liệu sơ bộ: địa chấn 2D/3D, tài liệu giếng cũ, báo cáo lịch sử.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Đánh giá tiềm năng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tiềm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trữ lượng sơ bộ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rủi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ro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ban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Play – Prospect – Leads.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So sánh kinh tế sơ bộ</a:t>
          </a:r>
        </a:p>
      </dsp:txBody>
      <dsp:txXfrm>
        <a:off x="139991" y="4095040"/>
        <a:ext cx="1521481" cy="2439111"/>
      </dsp:txXfrm>
    </dsp:sp>
    <dsp:sp modelId="{09677EB6-09FA-4E56-87C5-44B9D125218C}">
      <dsp:nvSpPr>
        <dsp:cNvPr id="0" name=""/>
        <dsp:cNvSpPr/>
      </dsp:nvSpPr>
      <dsp:spPr>
        <a:xfrm>
          <a:off x="1165630" y="3521715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25B4F-44A7-499F-8327-A54273A3F94F}">
      <dsp:nvSpPr>
        <dsp:cNvPr id="0" name=""/>
        <dsp:cNvSpPr/>
      </dsp:nvSpPr>
      <dsp:spPr>
        <a:xfrm rot="5400000">
          <a:off x="1956667" y="3096959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A3435-D479-4DE0-A4CC-03F1897D7E78}">
      <dsp:nvSpPr>
        <dsp:cNvPr id="0" name=""/>
        <dsp:cNvSpPr/>
      </dsp:nvSpPr>
      <dsp:spPr>
        <a:xfrm>
          <a:off x="1836996" y="3597304"/>
          <a:ext cx="1341394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Thu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nổ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seismic 3D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khoan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Khoan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Trả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lời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câu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hỏi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“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dầu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?”</a:t>
          </a:r>
        </a:p>
      </dsp:txBody>
      <dsp:txXfrm>
        <a:off x="1836996" y="3597304"/>
        <a:ext cx="1341394" cy="1106916"/>
      </dsp:txXfrm>
    </dsp:sp>
    <dsp:sp modelId="{007BC037-B90E-4655-BC5D-93BF16C2B5EB}">
      <dsp:nvSpPr>
        <dsp:cNvPr id="0" name=""/>
        <dsp:cNvSpPr/>
      </dsp:nvSpPr>
      <dsp:spPr>
        <a:xfrm>
          <a:off x="2840883" y="2993982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644F4-6DAD-4F87-A223-F93C4574A3E7}">
      <dsp:nvSpPr>
        <dsp:cNvPr id="0" name=""/>
        <dsp:cNvSpPr/>
      </dsp:nvSpPr>
      <dsp:spPr>
        <a:xfrm rot="5400000">
          <a:off x="3631920" y="2714422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AB353-5BC0-4F25-B943-8D269B613684}">
      <dsp:nvSpPr>
        <dsp:cNvPr id="0" name=""/>
        <dsp:cNvSpPr/>
      </dsp:nvSpPr>
      <dsp:spPr>
        <a:xfrm>
          <a:off x="3491602" y="3132346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khoan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2) Khoan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3) Thu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thập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log – core – DST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sơ</a:t>
          </a: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2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vi-V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Đánh giá kinh tế – thương mại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91602" y="3132346"/>
        <a:ext cx="1262797" cy="1106916"/>
      </dsp:txXfrm>
    </dsp:sp>
    <dsp:sp modelId="{3B25B6D9-8832-4C75-AA23-AD69100A0C15}">
      <dsp:nvSpPr>
        <dsp:cNvPr id="0" name=""/>
        <dsp:cNvSpPr/>
      </dsp:nvSpPr>
      <dsp:spPr>
        <a:xfrm>
          <a:off x="4516136" y="2611444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11453-DDFF-4EFA-8CCB-F9A691AF8C4A}">
      <dsp:nvSpPr>
        <dsp:cNvPr id="0" name=""/>
        <dsp:cNvSpPr/>
      </dsp:nvSpPr>
      <dsp:spPr>
        <a:xfrm rot="5400000">
          <a:off x="5307173" y="2331885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0D006-B870-4C19-B1AE-2E369504B838}">
      <dsp:nvSpPr>
        <dsp:cNvPr id="0" name=""/>
        <dsp:cNvSpPr/>
      </dsp:nvSpPr>
      <dsp:spPr>
        <a:xfrm>
          <a:off x="5166855" y="2749809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Tính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toán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Lựa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chọn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án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(WHP/CPP/FPSO)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Dự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sản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Peak – Plateau – Decline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4) Tính CAPEX/OPEX – IRR – NPV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ODP/FDP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lên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PVN &amp;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Nhà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phê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duyệt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66855" y="2749809"/>
        <a:ext cx="1262797" cy="1106916"/>
      </dsp:txXfrm>
    </dsp:sp>
    <dsp:sp modelId="{3CC7F901-A782-4516-B037-754ABC9135E7}">
      <dsp:nvSpPr>
        <dsp:cNvPr id="0" name=""/>
        <dsp:cNvSpPr/>
      </dsp:nvSpPr>
      <dsp:spPr>
        <a:xfrm>
          <a:off x="6191389" y="2228907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5F69E-9962-491F-8AE2-0974E429AC7D}">
      <dsp:nvSpPr>
        <dsp:cNvPr id="0" name=""/>
        <dsp:cNvSpPr/>
      </dsp:nvSpPr>
      <dsp:spPr>
        <a:xfrm rot="5400000">
          <a:off x="6982426" y="1949347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47632-7A90-4705-8A5B-759FF6D580D3}">
      <dsp:nvSpPr>
        <dsp:cNvPr id="0" name=""/>
        <dsp:cNvSpPr/>
      </dsp:nvSpPr>
      <dsp:spPr>
        <a:xfrm>
          <a:off x="6842108" y="2367272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mua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sắm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lắp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Lắp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đặt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ống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giàn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FPSO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 Khoan &amp;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hoàn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thiện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Chạy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(Commissioning)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nghệ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42108" y="2367272"/>
        <a:ext cx="1262797" cy="1106916"/>
      </dsp:txXfrm>
    </dsp:sp>
    <dsp:sp modelId="{6F5A71AB-D011-459D-A20F-4F3E8E876507}">
      <dsp:nvSpPr>
        <dsp:cNvPr id="0" name=""/>
        <dsp:cNvSpPr/>
      </dsp:nvSpPr>
      <dsp:spPr>
        <a:xfrm>
          <a:off x="7866642" y="1846370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430D8-D159-4D73-9B41-237830766C9F}">
      <dsp:nvSpPr>
        <dsp:cNvPr id="0" name=""/>
        <dsp:cNvSpPr/>
      </dsp:nvSpPr>
      <dsp:spPr>
        <a:xfrm rot="5400000">
          <a:off x="8657679" y="1566810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28D25-6DA7-4737-AC1B-494B9985B99A}">
      <dsp:nvSpPr>
        <dsp:cNvPr id="0" name=""/>
        <dsp:cNvSpPr/>
      </dsp:nvSpPr>
      <dsp:spPr>
        <a:xfrm>
          <a:off x="8517361" y="1984734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Tối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ESP/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gaslift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Theo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dõi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thái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sản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suất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suất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nodal analysis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4)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Chạy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forecast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kỳ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5)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vào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sớm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– can </a:t>
          </a:r>
          <a:r>
            <a:rPr lang="en-US" sz="11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thiệp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 giếng</a:t>
          </a:r>
          <a:br>
            <a:rPr lang="en-US" kern="1200"/>
          </a:br>
          <a:br>
            <a:rPr lang="en-US" kern="1200"/>
          </a:b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17361" y="1984734"/>
        <a:ext cx="1262797" cy="1106916"/>
      </dsp:txXfrm>
    </dsp:sp>
    <dsp:sp modelId="{B03ABE19-6D62-4E9F-8C74-F92CF6673579}">
      <dsp:nvSpPr>
        <dsp:cNvPr id="0" name=""/>
        <dsp:cNvSpPr/>
      </dsp:nvSpPr>
      <dsp:spPr>
        <a:xfrm>
          <a:off x="9541895" y="1463833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B0615-D55A-4F38-AEEB-77D5FBE134A8}">
      <dsp:nvSpPr>
        <dsp:cNvPr id="0" name=""/>
        <dsp:cNvSpPr/>
      </dsp:nvSpPr>
      <dsp:spPr>
        <a:xfrm rot="5400000">
          <a:off x="10332932" y="1184273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CE4E4-2279-4DD2-990D-8C7395D5A1FE}">
      <dsp:nvSpPr>
        <dsp:cNvPr id="0" name=""/>
        <dsp:cNvSpPr/>
      </dsp:nvSpPr>
      <dsp:spPr>
        <a:xfrm>
          <a:off x="10192615" y="1602197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1)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Đóng giếng P&amp;A
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2)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Tháo dỡ công trình
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3) </a:t>
          </a:r>
          <a:r>
            <a:rPr lang="vi-V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Phục hồi môi trường</a:t>
          </a:r>
          <a:endParaRPr lang="en-US" sz="1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192615" y="1602197"/>
        <a:ext cx="1262797" cy="1106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6834A-ADD4-4C3E-BF2C-3D0B2F8D37FD}">
      <dsp:nvSpPr>
        <dsp:cNvPr id="0" name=""/>
        <dsp:cNvSpPr/>
      </dsp:nvSpPr>
      <dsp:spPr>
        <a:xfrm rot="5400000">
          <a:off x="281414" y="3624692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F8CC6-B415-4453-9CCB-2094B62B78CC}">
      <dsp:nvSpPr>
        <dsp:cNvPr id="0" name=""/>
        <dsp:cNvSpPr/>
      </dsp:nvSpPr>
      <dsp:spPr>
        <a:xfrm>
          <a:off x="129927" y="4155561"/>
          <a:ext cx="1521481" cy="214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Thu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thập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dữ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liệu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tiềm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năng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rủi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ro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vi-VN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9927" y="4155561"/>
        <a:ext cx="1521481" cy="2149398"/>
      </dsp:txXfrm>
    </dsp:sp>
    <dsp:sp modelId="{09677EB6-09FA-4E56-87C5-44B9D125218C}">
      <dsp:nvSpPr>
        <dsp:cNvPr id="0" name=""/>
        <dsp:cNvSpPr/>
      </dsp:nvSpPr>
      <dsp:spPr>
        <a:xfrm>
          <a:off x="1165630" y="3521715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25B4F-44A7-499F-8327-A54273A3F94F}">
      <dsp:nvSpPr>
        <dsp:cNvPr id="0" name=""/>
        <dsp:cNvSpPr/>
      </dsp:nvSpPr>
      <dsp:spPr>
        <a:xfrm rot="5400000">
          <a:off x="1956667" y="3241815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A3435-D479-4DE0-A4CC-03F1897D7E78}">
      <dsp:nvSpPr>
        <dsp:cNvPr id="0" name=""/>
        <dsp:cNvSpPr/>
      </dsp:nvSpPr>
      <dsp:spPr>
        <a:xfrm>
          <a:off x="1836996" y="3742161"/>
          <a:ext cx="1341394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rtlCol="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DST, PVT, logging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hỗ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trợ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ban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i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6996" y="3742161"/>
        <a:ext cx="1341394" cy="1106916"/>
      </dsp:txXfrm>
    </dsp:sp>
    <dsp:sp modelId="{007BC037-B90E-4655-BC5D-93BF16C2B5EB}">
      <dsp:nvSpPr>
        <dsp:cNvPr id="0" name=""/>
        <dsp:cNvSpPr/>
      </dsp:nvSpPr>
      <dsp:spPr>
        <a:xfrm>
          <a:off x="2840883" y="3138838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644F4-6DAD-4F87-A223-F93C4574A3E7}">
      <dsp:nvSpPr>
        <dsp:cNvPr id="0" name=""/>
        <dsp:cNvSpPr/>
      </dsp:nvSpPr>
      <dsp:spPr>
        <a:xfrm rot="5400000">
          <a:off x="3631920" y="2859278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AB353-5BC0-4F25-B943-8D269B613684}">
      <dsp:nvSpPr>
        <dsp:cNvPr id="0" name=""/>
        <dsp:cNvSpPr/>
      </dsp:nvSpPr>
      <dsp:spPr>
        <a:xfrm>
          <a:off x="3491602" y="3277203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Mô hình hóa mỏ – tính trữ lượng – mô phỏng – đánh giá thương mại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91602" y="3277203"/>
        <a:ext cx="1262797" cy="1106916"/>
      </dsp:txXfrm>
    </dsp:sp>
    <dsp:sp modelId="{3B25B6D9-8832-4C75-AA23-AD69100A0C15}">
      <dsp:nvSpPr>
        <dsp:cNvPr id="0" name=""/>
        <dsp:cNvSpPr/>
      </dsp:nvSpPr>
      <dsp:spPr>
        <a:xfrm>
          <a:off x="4516136" y="2756301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11453-DDFF-4EFA-8CCB-F9A691AF8C4A}">
      <dsp:nvSpPr>
        <dsp:cNvPr id="0" name=""/>
        <dsp:cNvSpPr/>
      </dsp:nvSpPr>
      <dsp:spPr>
        <a:xfrm rot="5400000">
          <a:off x="5307173" y="2476741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0D006-B870-4C19-B1AE-2E369504B838}">
      <dsp:nvSpPr>
        <dsp:cNvPr id="0" name=""/>
        <dsp:cNvSpPr/>
      </dsp:nvSpPr>
      <dsp:spPr>
        <a:xfrm>
          <a:off x="5166855" y="2894665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khai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thác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phỏng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kịch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bản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bảo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vệ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FDP</a:t>
          </a:r>
        </a:p>
      </dsp:txBody>
      <dsp:txXfrm>
        <a:off x="5166855" y="2894665"/>
        <a:ext cx="1262797" cy="1106916"/>
      </dsp:txXfrm>
    </dsp:sp>
    <dsp:sp modelId="{3CC7F901-A782-4516-B037-754ABC9135E7}">
      <dsp:nvSpPr>
        <dsp:cNvPr id="0" name=""/>
        <dsp:cNvSpPr/>
      </dsp:nvSpPr>
      <dsp:spPr>
        <a:xfrm>
          <a:off x="6191389" y="2373764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5F69E-9962-491F-8AE2-0974E429AC7D}">
      <dsp:nvSpPr>
        <dsp:cNvPr id="0" name=""/>
        <dsp:cNvSpPr/>
      </dsp:nvSpPr>
      <dsp:spPr>
        <a:xfrm rot="5400000">
          <a:off x="6982426" y="2094204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47632-7A90-4705-8A5B-759FF6D580D3}">
      <dsp:nvSpPr>
        <dsp:cNvPr id="0" name=""/>
        <dsp:cNvSpPr/>
      </dsp:nvSpPr>
      <dsp:spPr>
        <a:xfrm>
          <a:off x="6842108" y="2512128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Theo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dõi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completion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kiểm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tra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kỹ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cập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nhật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42108" y="2512128"/>
        <a:ext cx="1262797" cy="1106916"/>
      </dsp:txXfrm>
    </dsp:sp>
    <dsp:sp modelId="{6F5A71AB-D011-459D-A20F-4F3E8E876507}">
      <dsp:nvSpPr>
        <dsp:cNvPr id="0" name=""/>
        <dsp:cNvSpPr/>
      </dsp:nvSpPr>
      <dsp:spPr>
        <a:xfrm>
          <a:off x="7866642" y="1991227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430D8-D159-4D73-9B41-237830766C9F}">
      <dsp:nvSpPr>
        <dsp:cNvPr id="0" name=""/>
        <dsp:cNvSpPr/>
      </dsp:nvSpPr>
      <dsp:spPr>
        <a:xfrm rot="5400000">
          <a:off x="8657679" y="1711667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28D25-6DA7-4737-AC1B-494B9985B99A}">
      <dsp:nvSpPr>
        <dsp:cNvPr id="0" name=""/>
        <dsp:cNvSpPr/>
      </dsp:nvSpPr>
      <dsp:spPr>
        <a:xfrm>
          <a:off x="8517361" y="2129591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Tối ưu khai thác – can thiệp giếng – mô phỏng – quản trị dữ liệu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17361" y="2129591"/>
        <a:ext cx="1262797" cy="1106916"/>
      </dsp:txXfrm>
    </dsp:sp>
    <dsp:sp modelId="{B03ABE19-6D62-4E9F-8C74-F92CF6673579}">
      <dsp:nvSpPr>
        <dsp:cNvPr id="0" name=""/>
        <dsp:cNvSpPr/>
      </dsp:nvSpPr>
      <dsp:spPr>
        <a:xfrm>
          <a:off x="9541895" y="1608689"/>
          <a:ext cx="238263" cy="238263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B0615-D55A-4F38-AEEB-77D5FBE134A8}">
      <dsp:nvSpPr>
        <dsp:cNvPr id="0" name=""/>
        <dsp:cNvSpPr/>
      </dsp:nvSpPr>
      <dsp:spPr>
        <a:xfrm rot="5400000">
          <a:off x="10332932" y="1329129"/>
          <a:ext cx="840605" cy="139874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CE4E4-2279-4DD2-990D-8C7395D5A1FE}">
      <dsp:nvSpPr>
        <dsp:cNvPr id="0" name=""/>
        <dsp:cNvSpPr/>
      </dsp:nvSpPr>
      <dsp:spPr>
        <a:xfrm>
          <a:off x="10192615" y="1747054"/>
          <a:ext cx="1262797" cy="1106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P&amp;A – đánh giá rủi ro – lập/duyệt chương trình đóng mỏ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192615" y="1747054"/>
        <a:ext cx="1262797" cy="11069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B4FFA-7F2E-49A7-A32E-8AC76768896D}">
      <dsp:nvSpPr>
        <dsp:cNvPr id="0" name=""/>
        <dsp:cNvSpPr/>
      </dsp:nvSpPr>
      <dsp:spPr>
        <a:xfrm>
          <a:off x="886852" y="0"/>
          <a:ext cx="10050995" cy="427034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83024-1BBF-4C97-B2BE-590B5998D242}">
      <dsp:nvSpPr>
        <dsp:cNvPr id="0" name=""/>
        <dsp:cNvSpPr/>
      </dsp:nvSpPr>
      <dsp:spPr>
        <a:xfrm>
          <a:off x="2309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35" y="1353228"/>
        <a:ext cx="1333258" cy="1563884"/>
      </dsp:txXfrm>
    </dsp:sp>
    <dsp:sp modelId="{3CF51900-5D73-4F6F-ADB7-2CB79390DDEF}">
      <dsp:nvSpPr>
        <dsp:cNvPr id="0" name=""/>
        <dsp:cNvSpPr/>
      </dsp:nvSpPr>
      <dsp:spPr>
        <a:xfrm>
          <a:off x="1726071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giếng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thăm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dò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98197" y="1353228"/>
        <a:ext cx="1333258" cy="1563884"/>
      </dsp:txXfrm>
    </dsp:sp>
    <dsp:sp modelId="{F5DAACFC-D50B-4E97-A1A2-A704232E38D9}">
      <dsp:nvSpPr>
        <dsp:cNvPr id="0" name=""/>
        <dsp:cNvSpPr/>
      </dsp:nvSpPr>
      <dsp:spPr>
        <a:xfrm>
          <a:off x="3449833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Định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21959" y="1353228"/>
        <a:ext cx="1333258" cy="1563884"/>
      </dsp:txXfrm>
    </dsp:sp>
    <dsp:sp modelId="{A390A52C-09B8-4213-8C1A-437EA2283348}">
      <dsp:nvSpPr>
        <dsp:cNvPr id="0" name=""/>
        <dsp:cNvSpPr/>
      </dsp:nvSpPr>
      <dsp:spPr>
        <a:xfrm>
          <a:off x="5173595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Phương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án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kiến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trúc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sư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trưởng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45721" y="1353228"/>
        <a:ext cx="1333258" cy="1563884"/>
      </dsp:txXfrm>
    </dsp:sp>
    <dsp:sp modelId="{E91D9D74-D328-478C-99AE-8789E5FBE481}">
      <dsp:nvSpPr>
        <dsp:cNvPr id="0" name=""/>
        <dsp:cNvSpPr/>
      </dsp:nvSpPr>
      <dsp:spPr>
        <a:xfrm>
          <a:off x="6897357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Giữ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kỹ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69483" y="1353228"/>
        <a:ext cx="1333258" cy="1563884"/>
      </dsp:txXfrm>
    </dsp:sp>
    <dsp:sp modelId="{B1CC98AD-0F79-4407-B0FF-8075BC58F14B}">
      <dsp:nvSpPr>
        <dsp:cNvPr id="0" name=""/>
        <dsp:cNvSpPr/>
      </dsp:nvSpPr>
      <dsp:spPr>
        <a:xfrm>
          <a:off x="8621119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Chăm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sóc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bác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sĩ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93245" y="1353228"/>
        <a:ext cx="1333258" cy="1563884"/>
      </dsp:txXfrm>
    </dsp:sp>
    <dsp:sp modelId="{3973067A-CE44-4E59-ADED-A63DBDBBE927}">
      <dsp:nvSpPr>
        <dsp:cNvPr id="0" name=""/>
        <dsp:cNvSpPr/>
      </dsp:nvSpPr>
      <dsp:spPr>
        <a:xfrm>
          <a:off x="10344881" y="1281102"/>
          <a:ext cx="1477510" cy="1708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Giữ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dọn</a:t>
          </a: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mỏ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417007" y="1353228"/>
        <a:ext cx="1333258" cy="15638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A2E1B-6E75-4040-9C12-82C841157920}">
      <dsp:nvSpPr>
        <dsp:cNvPr id="0" name=""/>
        <dsp:cNvSpPr/>
      </dsp:nvSpPr>
      <dsp:spPr>
        <a:xfrm>
          <a:off x="0" y="237359"/>
          <a:ext cx="10166239" cy="148071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35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Năng lực chuyên môn</a:t>
          </a:r>
        </a:p>
      </dsp:txBody>
      <dsp:txXfrm>
        <a:off x="0" y="607537"/>
        <a:ext cx="9796061" cy="740356"/>
      </dsp:txXfrm>
    </dsp:sp>
    <dsp:sp modelId="{9C20A7AD-994A-4636-8CBF-0093B839DB6C}">
      <dsp:nvSpPr>
        <dsp:cNvPr id="0" name=""/>
        <dsp:cNvSpPr/>
      </dsp:nvSpPr>
      <dsp:spPr>
        <a:xfrm>
          <a:off x="0" y="1382872"/>
          <a:ext cx="4696802" cy="33050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1) Applied Reservoir Engineering – RE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 tooltip="This course is designed to give an introduction to the fundamental and practical aspects of modern reservoir simulation. Particular emphasis is placed upon the available data and its integration into a data set that reflects a coherent model of the r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2) Reservoir Simulation Strategies – RSS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3) IOR/EOR course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4) Field Development planning course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 tooltip="This skill module explains the key principles in analyzing well performance parameters of any production (or injection) well using the principles and practices of NODAL™ analysis, also referenced as system analysis. Inflow and outflow equations are d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5) Well Performance &amp; Nodal Analysis Fundamentals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6) Artificial Lift Systems (ESP, GL)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7) Pressure Trasient Analysis and Production logging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 tooltip="Data is an often neglected aspect of Petroleum Data Analytics projects. We are excited to get started building a predictive model given the new artificial intelligence/ machine learning techniques but if we rush over the data profiling steps, not und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8) Data Foundation for the Digital Oilfield</a:t>
          </a:r>
          <a:endParaRPr lang="en-US" sz="1400" b="1" i="0" kern="120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i="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0" y="1382872"/>
        <a:ext cx="4696802" cy="3305028"/>
      </dsp:txXfrm>
    </dsp:sp>
    <dsp:sp modelId="{CA249A1E-DE07-4CA4-95EA-AF9BC8DDB513}">
      <dsp:nvSpPr>
        <dsp:cNvPr id="0" name=""/>
        <dsp:cNvSpPr/>
      </dsp:nvSpPr>
      <dsp:spPr>
        <a:xfrm>
          <a:off x="4696802" y="730765"/>
          <a:ext cx="5469436" cy="148071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3506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Kỹ năng mềm</a:t>
          </a:r>
        </a:p>
      </dsp:txBody>
      <dsp:txXfrm>
        <a:off x="4696802" y="1100943"/>
        <a:ext cx="5099258" cy="740356"/>
      </dsp:txXfrm>
    </dsp:sp>
    <dsp:sp modelId="{C81E6F0A-D747-4470-8906-8D812636EDEE}">
      <dsp:nvSpPr>
        <dsp:cNvPr id="0" name=""/>
        <dsp:cNvSpPr/>
      </dsp:nvSpPr>
      <dsp:spPr>
        <a:xfrm>
          <a:off x="4696802" y="1876278"/>
          <a:ext cx="4696802" cy="33050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Các khóa học thuộc chương trình nhân viên tài năng PVEP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Khóa quản lý dự án</a:t>
          </a:r>
        </a:p>
      </dsp:txBody>
      <dsp:txXfrm>
        <a:off x="4696802" y="1876278"/>
        <a:ext cx="4696802" cy="3305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34177-327B-4FD0-A84C-AE88F8015F4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2C01E-3E2E-4056-98ED-F3478F14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9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5FB9-3B26-A1F3-8220-F2B2CD6EE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B16AB-5A20-95AD-166B-590D8165F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7D3FE-617E-8DD8-3F9C-B28D4E3D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1EDF-4B0D-0F12-A6CE-39E92C11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C673-8D04-9E72-7C2F-11BA7D82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6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93D2-1C5C-5D71-4D9A-56F56681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79B3D-EB9C-661D-FBC9-BF4284D83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AA48-137E-1680-69EA-C80A5522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551A-B275-302D-2095-F5678DF2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E2F98-0F48-D7E4-097D-5E7954E1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4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1C2D-4D72-A7C8-01D1-9BD9DD26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CAF61-73AB-38D8-0A80-5E97096AE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13309-5024-0317-C0EA-71F3402C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B7DE-531D-B0DD-E576-18FBFE22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A64F-8682-7B93-0D8B-9B77233E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2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63DA-FCBE-5213-72A4-CE2E28F1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7789-6EC2-60BA-0F83-A6497492D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07FAC-B958-E43F-1176-3373106D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9AACF-0F2F-20C7-1470-AC6F6BD3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55008-D3A6-08CA-26B4-F0007BEB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7C5B7-743D-F44F-DA91-F0CB1A85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6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DDF9-76DF-0E86-7BA5-6615B071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977B5-DB85-6882-AF37-F65DE4F28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5C1EA-0CD0-75ED-1B11-FFCE39639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74F39-9849-AA82-86FE-BC776A59D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FF258-96FD-6DFD-7B5C-BF4F7DAC7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7F1AA-80A8-8C20-5061-64044835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36EFA-1DD4-DF79-AB21-C7F0BB9D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C88D0-C15C-DF39-AAB1-3B8A544B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4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2FB4-DA01-EEE7-9EBD-CB2F6EC3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CAFFB-BA05-A43F-0971-D5E42DB2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0FB77-A4AA-69B1-0342-63BC9FB5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E3D2D-9E1C-FD9E-F9EC-887B0E31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9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1A286-6531-BAE7-775D-2415A83C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46D6F-F968-7EF0-8B12-539CD4A2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D01C9-36CD-DD9C-C450-217CEA90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1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5E23-9069-E584-0660-643D9B90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236AB-189A-7DB5-2B98-123771C1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24F5-CCE8-FE75-3192-03F139901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AB5B-E5AD-F158-C34A-0035CC49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39E52-0587-DF34-6A31-50F2D7B0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491DB-C005-05A0-986E-9256711C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2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66BE-C122-BD77-4A8C-8F71CA92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73EF1A-C9BB-03E6-46F1-DEFCAE8E7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092E0-19FD-B95F-44C3-EC4F23712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6CAF4-1136-A291-92AF-5EE48F22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8CA8F-E708-C634-73B5-1736F0A0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C2B8-6995-771B-B12C-21F3166C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7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BD69-6A5D-9A9B-B7CF-A5DFC5A6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C70F7-76EF-D993-A088-828ED0BDE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D3CC8-8BE4-3C87-D952-AF614660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49C-5652-84DA-A8E2-0C9F83067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01607-9DAA-6690-9AE1-6E1ADB92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7F551-DFFC-0779-2A51-DA3C0BBA2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594D0-5C86-D32C-EE74-3541ABBFF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FF70A-7BA1-8376-41AE-6900E976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5B77-419B-5FBC-639A-759E92F1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DB66-9908-5653-536E-CDE165FB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3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/>
          <p:cNvSpPr/>
          <p:nvPr userDrawn="1"/>
        </p:nvSpPr>
        <p:spPr>
          <a:xfrm>
            <a:off x="0" y="1"/>
            <a:ext cx="12192000" cy="774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03033" y="275167"/>
            <a:ext cx="7576473" cy="499533"/>
          </a:xfrm>
          <a:prstGeom prst="rect">
            <a:avLst/>
          </a:prstGeom>
        </p:spPr>
        <p:txBody>
          <a:bodyPr/>
          <a:lstStyle>
            <a:lvl1pPr algn="l">
              <a:defRPr sz="2667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tr-TR" altLang="zh-CN" err="1"/>
              <a:t>Fossil</a:t>
            </a:r>
            <a:r>
              <a:rPr lang="tr-TR" altLang="zh-CN"/>
              <a:t> </a:t>
            </a:r>
            <a:r>
              <a:rPr lang="tr-TR" altLang="zh-CN" err="1"/>
              <a:t>Oil</a:t>
            </a:r>
            <a:r>
              <a:rPr lang="tr-TR" altLang="zh-CN"/>
              <a:t> </a:t>
            </a:r>
            <a:endParaRPr lang="zh-CN" altLang="en-US"/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6A316847-9A93-8D00-1A02-8208DE9F1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4" y="12701"/>
            <a:ext cx="714324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3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1"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矩形 2"/>
          <p:cNvSpPr/>
          <p:nvPr userDrawn="1"/>
        </p:nvSpPr>
        <p:spPr>
          <a:xfrm>
            <a:off x="0" y="1"/>
            <a:ext cx="12192000" cy="774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03034" y="275168"/>
            <a:ext cx="7576473" cy="499533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tr-TR" altLang="zh-CN" err="1"/>
              <a:t>Fossil</a:t>
            </a:r>
            <a:r>
              <a:rPr lang="tr-TR" altLang="zh-CN"/>
              <a:t> </a:t>
            </a:r>
            <a:r>
              <a:rPr lang="tr-TR" altLang="zh-CN" err="1"/>
              <a:t>Oil</a:t>
            </a:r>
            <a:r>
              <a:rPr lang="tr-TR" altLang="zh-CN"/>
              <a:t> </a:t>
            </a:r>
            <a:endParaRPr lang="zh-CN" altLang="en-US"/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6A316847-9A93-8D00-1A02-8208DE9F1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" y="12701"/>
            <a:ext cx="714324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60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11333817" y="322558"/>
            <a:ext cx="487977" cy="2870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Isosceles Triangle 10"/>
          <p:cNvSpPr/>
          <p:nvPr userDrawn="1"/>
        </p:nvSpPr>
        <p:spPr>
          <a:xfrm rot="10610802">
            <a:off x="11339650" y="421680"/>
            <a:ext cx="488775" cy="261855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359316" y="273253"/>
            <a:ext cx="449441" cy="467448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4FFB07-917D-5348-AE2D-F9A4E0AD17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5"/>
          <p:cNvGrpSpPr/>
          <p:nvPr userDrawn="1"/>
        </p:nvGrpSpPr>
        <p:grpSpPr>
          <a:xfrm>
            <a:off x="463225" y="6309322"/>
            <a:ext cx="298776" cy="294875"/>
            <a:chOff x="4328868" y="5502988"/>
            <a:chExt cx="500307" cy="493774"/>
          </a:xfrm>
        </p:grpSpPr>
        <p:sp>
          <p:nvSpPr>
            <p:cNvPr id="9" name="Freeform 7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10" name="Freeform 8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</p:grpSp>
      <p:grpSp>
        <p:nvGrpSpPr>
          <p:cNvPr id="11" name="Group 9"/>
          <p:cNvGrpSpPr/>
          <p:nvPr userDrawn="1"/>
        </p:nvGrpSpPr>
        <p:grpSpPr>
          <a:xfrm flipH="1">
            <a:off x="1244945" y="6309322"/>
            <a:ext cx="298776" cy="294875"/>
            <a:chOff x="4328868" y="5502988"/>
            <a:chExt cx="500307" cy="493774"/>
          </a:xfrm>
        </p:grpSpPr>
        <p:sp>
          <p:nvSpPr>
            <p:cNvPr id="12" name="Freeform 10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13" name="Freeform 11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</p:grpSp>
      <p:cxnSp>
        <p:nvCxnSpPr>
          <p:cNvPr id="14" name="Straight Connector 3"/>
          <p:cNvCxnSpPr/>
          <p:nvPr userDrawn="1"/>
        </p:nvCxnSpPr>
        <p:spPr>
          <a:xfrm>
            <a:off x="736945" y="6460467"/>
            <a:ext cx="508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548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811585" y="1723565"/>
            <a:ext cx="2357967" cy="2355851"/>
          </a:xfrm>
          <a:prstGeom prst="ellipse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4915405" y="1723565"/>
            <a:ext cx="2357967" cy="2355851"/>
          </a:xfrm>
          <a:prstGeom prst="ellipse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8019225" y="1723565"/>
            <a:ext cx="2357967" cy="2355851"/>
          </a:xfrm>
          <a:prstGeom prst="ellipse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408157" y="3836202"/>
            <a:ext cx="2357967" cy="2355851"/>
          </a:xfrm>
          <a:prstGeom prst="ellipse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511977" y="3836202"/>
            <a:ext cx="2357967" cy="2355851"/>
          </a:xfrm>
          <a:prstGeom prst="ellipse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Rectangle 9"/>
          <p:cNvSpPr/>
          <p:nvPr userDrawn="1"/>
        </p:nvSpPr>
        <p:spPr>
          <a:xfrm>
            <a:off x="11333817" y="322558"/>
            <a:ext cx="487977" cy="2870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Isosceles Triangle 10"/>
          <p:cNvSpPr/>
          <p:nvPr userDrawn="1"/>
        </p:nvSpPr>
        <p:spPr>
          <a:xfrm rot="10610802">
            <a:off x="11339650" y="421680"/>
            <a:ext cx="488775" cy="261855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1359316" y="273253"/>
            <a:ext cx="449441" cy="467448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4FFB07-917D-5348-AE2D-F9A4E0AD17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5"/>
          <p:cNvGrpSpPr/>
          <p:nvPr userDrawn="1"/>
        </p:nvGrpSpPr>
        <p:grpSpPr>
          <a:xfrm>
            <a:off x="463225" y="6309322"/>
            <a:ext cx="298776" cy="294875"/>
            <a:chOff x="4328868" y="5502988"/>
            <a:chExt cx="500307" cy="493774"/>
          </a:xfrm>
        </p:grpSpPr>
        <p:sp>
          <p:nvSpPr>
            <p:cNvPr id="11" name="Freeform 7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12" name="Freeform 8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</p:grpSp>
      <p:grpSp>
        <p:nvGrpSpPr>
          <p:cNvPr id="18" name="Group 9"/>
          <p:cNvGrpSpPr/>
          <p:nvPr userDrawn="1"/>
        </p:nvGrpSpPr>
        <p:grpSpPr>
          <a:xfrm flipH="1">
            <a:off x="1244945" y="6309322"/>
            <a:ext cx="298776" cy="294875"/>
            <a:chOff x="4328868" y="5502988"/>
            <a:chExt cx="500307" cy="493774"/>
          </a:xfrm>
        </p:grpSpPr>
        <p:sp>
          <p:nvSpPr>
            <p:cNvPr id="19" name="Freeform 10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  <p:sp>
          <p:nvSpPr>
            <p:cNvPr id="20" name="Freeform 11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宋体" charset="-122"/>
                <a:cs typeface="+mn-cs"/>
              </a:endParaRPr>
            </a:p>
          </p:txBody>
        </p:sp>
      </p:grpSp>
      <p:cxnSp>
        <p:nvCxnSpPr>
          <p:cNvPr id="21" name="Straight Connector 3"/>
          <p:cNvCxnSpPr/>
          <p:nvPr userDrawn="1"/>
        </p:nvCxnSpPr>
        <p:spPr>
          <a:xfrm>
            <a:off x="736945" y="6460467"/>
            <a:ext cx="508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809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r-TR" altLang="zh-CN"/>
              <a:t>Freepptbackgrounds.net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0338304" y="6502407"/>
            <a:ext cx="1033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18393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rmal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 userDrawn="1"/>
        </p:nvSpPr>
        <p:spPr>
          <a:xfrm>
            <a:off x="11171585" y="641440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1280263" y="584356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7833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CAFFB-BA05-A43F-0971-D5E42DB2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0FB77-A4AA-69B1-0342-63BC9FB5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E3D2D-9E1C-FD9E-F9EC-887B0E31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6"/>
            <a:ext cx="2743200" cy="365125"/>
          </a:xfrm>
        </p:spPr>
        <p:txBody>
          <a:bodyPr/>
          <a:lstStyle/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0" y="6492875"/>
            <a:ext cx="12192000" cy="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122">
            <a:extLst>
              <a:ext uri="{FF2B5EF4-FFF2-40B4-BE49-F238E27FC236}">
                <a16:creationId xmlns:a16="http://schemas.microsoft.com/office/drawing/2014/main" id="{262D3A02-595B-EA69-2E03-696DA9C1C551}"/>
              </a:ext>
            </a:extLst>
          </p:cNvPr>
          <p:cNvGrpSpPr/>
          <p:nvPr userDrawn="1"/>
        </p:nvGrpSpPr>
        <p:grpSpPr>
          <a:xfrm>
            <a:off x="-14" y="846729"/>
            <a:ext cx="12557759" cy="115304"/>
            <a:chOff x="0" y="-28575"/>
            <a:chExt cx="6750626" cy="61983"/>
          </a:xfrm>
        </p:grpSpPr>
        <p:sp>
          <p:nvSpPr>
            <p:cNvPr id="11" name="Freeform 123">
              <a:extLst>
                <a:ext uri="{FF2B5EF4-FFF2-40B4-BE49-F238E27FC236}">
                  <a16:creationId xmlns:a16="http://schemas.microsoft.com/office/drawing/2014/main" id="{2C256914-62F0-64E7-D553-30C46587CC33}"/>
                </a:ext>
              </a:extLst>
            </p:cNvPr>
            <p:cNvSpPr/>
            <p:nvPr/>
          </p:nvSpPr>
          <p:spPr>
            <a:xfrm>
              <a:off x="0" y="0"/>
              <a:ext cx="6554006" cy="33408"/>
            </a:xfrm>
            <a:custGeom>
              <a:avLst/>
              <a:gdLst/>
              <a:ahLst/>
              <a:cxnLst/>
              <a:rect l="l" t="t" r="r" b="b"/>
              <a:pathLst>
                <a:path w="7061030" h="33408">
                  <a:moveTo>
                    <a:pt x="0" y="0"/>
                  </a:moveTo>
                  <a:lnTo>
                    <a:pt x="7061030" y="0"/>
                  </a:lnTo>
                  <a:lnTo>
                    <a:pt x="7061030" y="33408"/>
                  </a:lnTo>
                  <a:lnTo>
                    <a:pt x="0" y="33408"/>
                  </a:lnTo>
                  <a:close/>
                </a:path>
              </a:pathLst>
            </a:custGeom>
            <a:solidFill>
              <a:srgbClr val="00AD6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3" name="TextBox 124">
              <a:extLst>
                <a:ext uri="{FF2B5EF4-FFF2-40B4-BE49-F238E27FC236}">
                  <a16:creationId xmlns:a16="http://schemas.microsoft.com/office/drawing/2014/main" id="{66841542-D38D-25CE-A69C-89C2A5D14ED5}"/>
                </a:ext>
              </a:extLst>
            </p:cNvPr>
            <p:cNvSpPr txBox="1"/>
            <p:nvPr/>
          </p:nvSpPr>
          <p:spPr>
            <a:xfrm>
              <a:off x="0" y="-28575"/>
              <a:ext cx="6750626" cy="61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09"/>
                </a:lnSpc>
              </a:pPr>
              <a:endParaRPr sz="12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5" name="Picture 14" descr="A green and blue logo&#10;&#10;Description automatically generated">
            <a:extLst>
              <a:ext uri="{FF2B5EF4-FFF2-40B4-BE49-F238E27FC236}">
                <a16:creationId xmlns:a16="http://schemas.microsoft.com/office/drawing/2014/main" id="{B65BD476-3E02-77A7-3EB1-BAED8DABE0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47172"/>
            <a:ext cx="792480" cy="80963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38B6FC78-96BB-F764-CBB7-C40F22C1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86" y="146051"/>
            <a:ext cx="10515600" cy="454109"/>
          </a:xfrm>
        </p:spPr>
        <p:txBody>
          <a:bodyPr>
            <a:normAutofit/>
          </a:bodyPr>
          <a:lstStyle>
            <a:lvl1pPr algn="ctr"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1623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099" y="549014"/>
            <a:ext cx="10331803" cy="71999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121883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225" algn="l"/>
              </a:tabLst>
              <a:defRPr lang="ru-RU" sz="3999" b="1" i="0" kern="1200" spc="0" baseline="0" dirty="0">
                <a:solidFill>
                  <a:schemeClr val="tx2"/>
                </a:solidFill>
                <a:latin typeface="Ubuntu" panose="020B0504030602030204" pitchFamily="34" charset="0"/>
                <a:ea typeface="Tahoma" charset="0"/>
                <a:cs typeface="Tahoma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0AB005FD-6530-3E4A-9093-8B2C9615AE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099" y="1737008"/>
            <a:ext cx="10331803" cy="2951986"/>
          </a:xfrm>
          <a:prstGeom prst="rect">
            <a:avLst/>
          </a:prstGeom>
        </p:spPr>
        <p:txBody>
          <a:bodyPr/>
          <a:lstStyle>
            <a:lvl1pPr algn="ctr">
              <a:lnSpc>
                <a:spcPct val="120000"/>
              </a:lnSpc>
              <a:spcBef>
                <a:spcPts val="636"/>
              </a:spcBef>
              <a:defRPr lang="en-US" sz="1400" b="0" i="0" baseline="0" dirty="0">
                <a:solidFill>
                  <a:schemeClr val="tx2"/>
                </a:solidFill>
                <a:latin typeface="Ubuntu" panose="020B0504030602030204" pitchFamily="34" charset="0"/>
                <a:ea typeface="Tahoma" charset="0"/>
                <a:cs typeface="Tahoma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/>
              <a:t>Example text</a:t>
            </a:r>
          </a:p>
        </p:txBody>
      </p:sp>
      <p:sp>
        <p:nvSpPr>
          <p:cNvPr id="4" name="Номер слайда 1">
            <a:extLst>
              <a:ext uri="{FF2B5EF4-FFF2-40B4-BE49-F238E27FC236}">
                <a16:creationId xmlns:a16="http://schemas.microsoft.com/office/drawing/2014/main" id="{F8176027-EFD5-1A4C-B3F3-DE92C312D23C}"/>
              </a:ext>
            </a:extLst>
          </p:cNvPr>
          <p:cNvSpPr txBox="1">
            <a:spLocks/>
          </p:cNvSpPr>
          <p:nvPr userDrawn="1"/>
        </p:nvSpPr>
        <p:spPr>
          <a:xfrm>
            <a:off x="10955907" y="6325901"/>
            <a:ext cx="1246071" cy="409215"/>
          </a:xfrm>
          <a:prstGeom prst="rect">
            <a:avLst/>
          </a:prstGeom>
        </p:spPr>
        <p:txBody>
          <a:bodyPr rIns="215916" anchor="ctr"/>
          <a:lstStyle>
            <a:defPPr>
              <a:defRPr lang="ru-RU"/>
            </a:defPPr>
            <a:lvl1pPr marL="0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61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22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783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77044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96305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15566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534827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754088" algn="l" defTabSz="2438522" rtl="0" eaLnBrk="1" latinLnBrk="0" hangingPunct="1"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8835">
              <a:lnSpc>
                <a:spcPct val="150000"/>
              </a:lnSpc>
              <a:spcBef>
                <a:spcPts val="432"/>
              </a:spcBef>
            </a:pPr>
            <a:fld id="{E8BBD06A-759F-43F0-9FDD-30D8801384DF}" type="slidenum">
              <a:rPr lang="ru-RU" sz="1600" smtClean="0">
                <a:solidFill>
                  <a:schemeClr val="tx2">
                    <a:lumMod val="50000"/>
                    <a:lumOff val="50000"/>
                  </a:schemeClr>
                </a:solidFill>
                <a:latin typeface="Ubuntu" panose="020B0504030602030204" pitchFamily="34" charset="0"/>
                <a:ea typeface="Tahoma" charset="0"/>
                <a:cs typeface="Tahoma" charset="0"/>
              </a:rPr>
              <a:pPr algn="r" defTabSz="1218835">
                <a:lnSpc>
                  <a:spcPct val="150000"/>
                </a:lnSpc>
                <a:spcBef>
                  <a:spcPts val="432"/>
                </a:spcBef>
              </a:pPr>
              <a:t>‹#›</a:t>
            </a:fld>
            <a:endParaRPr lang="ru-RU" sz="1600">
              <a:solidFill>
                <a:schemeClr val="tx2">
                  <a:lumMod val="50000"/>
                  <a:lumOff val="50000"/>
                </a:schemeClr>
              </a:solidFill>
              <a:latin typeface="Ubuntu" panose="020B0504030602030204" pitchFamily="34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972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4F636-2386-48C8-BE9F-6EA0B5E698C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80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82BA-1E86-4D95-B8F0-CAE767A6E18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18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B8A4-1642-4DC2-A8BE-85F5058D1666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2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C1BF-7803-4EA0-9647-445ECC807C9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27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512B5-CFAA-4A59-BC3F-1A868039EAC9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82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85F3-5B56-4A90-9A3C-19872C1BCC45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61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A158-BA79-438A-9BF9-F1BB9D3C3D1E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86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1E31-A8A2-4BBA-8BF0-1528F5B8FF3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07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4BBF-88AD-4431-B01F-F231A790D861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320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21E4-32A4-484E-8A92-9F4441B608F9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622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7FD3-518D-4054-B74D-000B0279F67A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817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160103"/>
            <a:ext cx="12192000" cy="2623932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359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440700" y="2669365"/>
            <a:ext cx="9528313" cy="2623932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8597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 userDrawn="1"/>
        </p:nvSpPr>
        <p:spPr>
          <a:xfrm>
            <a:off x="11171585" y="641440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1280263" y="584356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47864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 Center -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11"/>
          </p:nvPr>
        </p:nvSpPr>
        <p:spPr>
          <a:xfrm>
            <a:off x="1915537" y="2300786"/>
            <a:ext cx="2160000" cy="2160000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 noChangeAspect="1"/>
          </p:cNvSpPr>
          <p:nvPr>
            <p:ph type="pic" sz="quarter" idx="12"/>
          </p:nvPr>
        </p:nvSpPr>
        <p:spPr>
          <a:xfrm>
            <a:off x="4718372" y="2300786"/>
            <a:ext cx="2160000" cy="2160000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 noChangeAspect="1"/>
          </p:cNvSpPr>
          <p:nvPr>
            <p:ph type="pic" sz="quarter" idx="13"/>
          </p:nvPr>
        </p:nvSpPr>
        <p:spPr>
          <a:xfrm>
            <a:off x="7521207" y="2300786"/>
            <a:ext cx="2160000" cy="2160000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565537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rmal Center - 3 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874644" y="2819953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392036" y="2819953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09428" y="2819953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56886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rmal Center - half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0" y="2517912"/>
            <a:ext cx="12192000" cy="288897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6398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rmal Center -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11297481" y="489759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2">
                    <a:lumMod val="65000"/>
                  </a:schemeClr>
                </a:solidFill>
              </a:rPr>
              <a:t>‹#›</a:t>
            </a:fld>
            <a:endParaRPr lang="id-ID" sz="140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3" name="Oval 2"/>
          <p:cNvSpPr/>
          <p:nvPr userDrawn="1"/>
        </p:nvSpPr>
        <p:spPr>
          <a:xfrm>
            <a:off x="11406159" y="432675"/>
            <a:ext cx="432000" cy="432000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Picture Placeholder 3"/>
          <p:cNvSpPr>
            <a:spLocks noGrp="1" noChangeAspect="1"/>
          </p:cNvSpPr>
          <p:nvPr>
            <p:ph type="pic" sz="quarter" idx="11"/>
          </p:nvPr>
        </p:nvSpPr>
        <p:spPr>
          <a:xfrm>
            <a:off x="829850" y="2054087"/>
            <a:ext cx="2160000" cy="2160000"/>
          </a:xfrm>
          <a:prstGeom prst="ellipse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 noChangeAspect="1"/>
          </p:cNvSpPr>
          <p:nvPr>
            <p:ph type="pic" sz="quarter" idx="12"/>
          </p:nvPr>
        </p:nvSpPr>
        <p:spPr>
          <a:xfrm>
            <a:off x="3632685" y="2054087"/>
            <a:ext cx="2160000" cy="2160000"/>
          </a:xfrm>
          <a:prstGeom prst="ellipse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 noChangeAspect="1"/>
          </p:cNvSpPr>
          <p:nvPr>
            <p:ph type="pic" sz="quarter" idx="13"/>
          </p:nvPr>
        </p:nvSpPr>
        <p:spPr>
          <a:xfrm>
            <a:off x="6435520" y="2054087"/>
            <a:ext cx="2160000" cy="2160000"/>
          </a:xfrm>
          <a:prstGeom prst="ellipse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 noChangeAspect="1"/>
          </p:cNvSpPr>
          <p:nvPr>
            <p:ph type="pic" sz="quarter" idx="14"/>
          </p:nvPr>
        </p:nvSpPr>
        <p:spPr>
          <a:xfrm>
            <a:off x="9238355" y="2054087"/>
            <a:ext cx="2160000" cy="2160000"/>
          </a:xfrm>
          <a:prstGeom prst="ellipse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747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rmal Center - half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57261" y="2445784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57261" y="4548066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462006" y="2445784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462006" y="4548066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066752" y="2445784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066751" y="4548066"/>
            <a:ext cx="3379794" cy="1910792"/>
          </a:xfrm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809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1108073" y="2420547"/>
            <a:ext cx="2334807" cy="3403893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662220" y="2420547"/>
            <a:ext cx="2334807" cy="3403893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216367" y="2420547"/>
            <a:ext cx="2334807" cy="3403893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8770514" y="2420547"/>
            <a:ext cx="2334807" cy="3403893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94639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82487" y="1659796"/>
            <a:ext cx="2998936" cy="4461170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900762" y="1659795"/>
            <a:ext cx="2334807" cy="2196587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454909" y="1659795"/>
            <a:ext cx="2334807" cy="2196587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009056" y="1659795"/>
            <a:ext cx="2334807" cy="2196587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3900762" y="3924379"/>
            <a:ext cx="7443101" cy="2196587"/>
          </a:xfrm>
          <a:prstGeom prst="roundRect">
            <a:avLst>
              <a:gd name="adj" fmla="val 7248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5788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11286889" y="489759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2">
                    <a:lumMod val="65000"/>
                  </a:schemeClr>
                </a:solidFill>
              </a:rPr>
              <a:t>‹#›</a:t>
            </a:fld>
            <a:endParaRPr lang="id-ID" sz="140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3" name="Oval 2"/>
          <p:cNvSpPr/>
          <p:nvPr userDrawn="1"/>
        </p:nvSpPr>
        <p:spPr>
          <a:xfrm>
            <a:off x="11395567" y="432675"/>
            <a:ext cx="432000" cy="432000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8571894" y="4001696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8571893" y="1873524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1318593" y="4001697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6" hasCustomPrompt="1"/>
          </p:nvPr>
        </p:nvSpPr>
        <p:spPr>
          <a:xfrm flipH="1">
            <a:off x="1318592" y="1848714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8148211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4219887" y="1816365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40069" y="1816365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 flipH="1">
            <a:off x="1141021" y="4061854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 flipH="1">
            <a:off x="6361203" y="4061854"/>
            <a:ext cx="1893203" cy="2009001"/>
          </a:xfrm>
          <a:custGeom>
            <a:avLst/>
            <a:gdLst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8497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8" fmla="*/ 0 w 1501342"/>
              <a:gd name="connsiteY8" fmla="*/ 84976 h 1501342"/>
              <a:gd name="connsiteX0" fmla="*/ 0 w 1501342"/>
              <a:gd name="connsiteY0" fmla="*/ 1416366 h 1501342"/>
              <a:gd name="connsiteX1" fmla="*/ 84976 w 1501342"/>
              <a:gd name="connsiteY1" fmla="*/ 0 h 1501342"/>
              <a:gd name="connsiteX2" fmla="*/ 1416366 w 1501342"/>
              <a:gd name="connsiteY2" fmla="*/ 0 h 1501342"/>
              <a:gd name="connsiteX3" fmla="*/ 1501342 w 1501342"/>
              <a:gd name="connsiteY3" fmla="*/ 84976 h 1501342"/>
              <a:gd name="connsiteX4" fmla="*/ 1501342 w 1501342"/>
              <a:gd name="connsiteY4" fmla="*/ 1416366 h 1501342"/>
              <a:gd name="connsiteX5" fmla="*/ 1416366 w 1501342"/>
              <a:gd name="connsiteY5" fmla="*/ 1501342 h 1501342"/>
              <a:gd name="connsiteX6" fmla="*/ 84976 w 1501342"/>
              <a:gd name="connsiteY6" fmla="*/ 1501342 h 1501342"/>
              <a:gd name="connsiteX7" fmla="*/ 0 w 1501342"/>
              <a:gd name="connsiteY7" fmla="*/ 1416366 h 1501342"/>
              <a:gd name="connsiteX0" fmla="*/ 166423 w 1582789"/>
              <a:gd name="connsiteY0" fmla="*/ 1501342 h 1501342"/>
              <a:gd name="connsiteX1" fmla="*/ 166423 w 1582789"/>
              <a:gd name="connsiteY1" fmla="*/ 0 h 1501342"/>
              <a:gd name="connsiteX2" fmla="*/ 1497813 w 1582789"/>
              <a:gd name="connsiteY2" fmla="*/ 0 h 1501342"/>
              <a:gd name="connsiteX3" fmla="*/ 1582789 w 1582789"/>
              <a:gd name="connsiteY3" fmla="*/ 84976 h 1501342"/>
              <a:gd name="connsiteX4" fmla="*/ 1582789 w 1582789"/>
              <a:gd name="connsiteY4" fmla="*/ 1416366 h 1501342"/>
              <a:gd name="connsiteX5" fmla="*/ 1497813 w 1582789"/>
              <a:gd name="connsiteY5" fmla="*/ 1501342 h 1501342"/>
              <a:gd name="connsiteX6" fmla="*/ 166423 w 1582789"/>
              <a:gd name="connsiteY6" fmla="*/ 1501342 h 1501342"/>
              <a:gd name="connsiteX0" fmla="*/ 0 w 1416366"/>
              <a:gd name="connsiteY0" fmla="*/ 1501342 h 1501342"/>
              <a:gd name="connsiteX1" fmla="*/ 0 w 1416366"/>
              <a:gd name="connsiteY1" fmla="*/ 0 h 1501342"/>
              <a:gd name="connsiteX2" fmla="*/ 1331390 w 1416366"/>
              <a:gd name="connsiteY2" fmla="*/ 0 h 1501342"/>
              <a:gd name="connsiteX3" fmla="*/ 1416366 w 1416366"/>
              <a:gd name="connsiteY3" fmla="*/ 84976 h 1501342"/>
              <a:gd name="connsiteX4" fmla="*/ 1416366 w 1416366"/>
              <a:gd name="connsiteY4" fmla="*/ 1416366 h 1501342"/>
              <a:gd name="connsiteX5" fmla="*/ 1331390 w 1416366"/>
              <a:gd name="connsiteY5" fmla="*/ 1501342 h 1501342"/>
              <a:gd name="connsiteX6" fmla="*/ 0 w 1416366"/>
              <a:gd name="connsiteY6" fmla="*/ 1501342 h 15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6366" h="1501342">
                <a:moveTo>
                  <a:pt x="0" y="1501342"/>
                </a:moveTo>
                <a:lnTo>
                  <a:pt x="0" y="0"/>
                </a:lnTo>
                <a:lnTo>
                  <a:pt x="1331390" y="0"/>
                </a:lnTo>
                <a:cubicBezTo>
                  <a:pt x="1378321" y="0"/>
                  <a:pt x="1416366" y="38045"/>
                  <a:pt x="1416366" y="84976"/>
                </a:cubicBezTo>
                <a:lnTo>
                  <a:pt x="1416366" y="1416366"/>
                </a:lnTo>
                <a:cubicBezTo>
                  <a:pt x="1416366" y="1463297"/>
                  <a:pt x="1378321" y="1501342"/>
                  <a:pt x="1331390" y="1501342"/>
                </a:cubicBezTo>
                <a:lnTo>
                  <a:pt x="0" y="1501342"/>
                </a:ln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0" i="0" baseline="0">
                <a:latin typeface="Roboto Medium" charset="0"/>
                <a:ea typeface="Roboto Medium" charset="0"/>
                <a:cs typeface="Roboto Medium" charset="0"/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773576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0" y="2212975"/>
            <a:ext cx="3037024" cy="24384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047585" y="2212975"/>
            <a:ext cx="2991886" cy="24384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063284" y="2212975"/>
            <a:ext cx="3100594" cy="24384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9163878" y="2212975"/>
            <a:ext cx="3028122" cy="24384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24855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rtfolio 4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3037024" cy="347207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047584" y="0"/>
            <a:ext cx="2991887" cy="347207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6063284" y="0"/>
            <a:ext cx="3100594" cy="347207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9187690" y="0"/>
            <a:ext cx="3004309" cy="3472071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42826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0177670" y="304800"/>
            <a:ext cx="1749287" cy="6321287"/>
          </a:xfrm>
        </p:spPr>
        <p:txBody>
          <a:bodyPr/>
          <a:lstStyle/>
          <a:p>
            <a:endParaRPr lang="id-ID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8256104" y="302331"/>
            <a:ext cx="1749287" cy="6321287"/>
          </a:xfrm>
        </p:spPr>
        <p:txBody>
          <a:bodyPr/>
          <a:lstStyle/>
          <a:p>
            <a:endParaRPr lang="id-ID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334538" y="302330"/>
            <a:ext cx="1749287" cy="6321287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597048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ortfolio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/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-1567350" y="-543339"/>
            <a:ext cx="4683926" cy="3816626"/>
          </a:xfrm>
          <a:custGeom>
            <a:avLst/>
            <a:gdLst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677527 w 8328384"/>
              <a:gd name="connsiteY27" fmla="*/ 898884 h 4794329"/>
              <a:gd name="connsiteX28" fmla="*/ 1028254 w 8328384"/>
              <a:gd name="connsiteY28" fmla="*/ 898884 h 4794329"/>
              <a:gd name="connsiteX29" fmla="*/ 1705781 w 8328384"/>
              <a:gd name="connsiteY29" fmla="*/ 1576410 h 4794329"/>
              <a:gd name="connsiteX30" fmla="*/ 1028254 w 8328384"/>
              <a:gd name="connsiteY30" fmla="*/ 2253937 h 4794329"/>
              <a:gd name="connsiteX31" fmla="*/ 677527 w 8328384"/>
              <a:gd name="connsiteY31" fmla="*/ 2253937 h 4794329"/>
              <a:gd name="connsiteX32" fmla="*/ 0 w 8328384"/>
              <a:gd name="connsiteY32" fmla="*/ 1576410 h 4794329"/>
              <a:gd name="connsiteX33" fmla="*/ 677527 w 8328384"/>
              <a:gd name="connsiteY33" fmla="*/ 898884 h 4794329"/>
              <a:gd name="connsiteX34" fmla="*/ 7665818 w 8328384"/>
              <a:gd name="connsiteY34" fmla="*/ 717042 h 4794329"/>
              <a:gd name="connsiteX35" fmla="*/ 7814683 w 8328384"/>
              <a:gd name="connsiteY35" fmla="*/ 778704 h 4794329"/>
              <a:gd name="connsiteX36" fmla="*/ 7814683 w 8328384"/>
              <a:gd name="connsiteY36" fmla="*/ 1076435 h 4794329"/>
              <a:gd name="connsiteX37" fmla="*/ 4739492 w 8328384"/>
              <a:gd name="connsiteY37" fmla="*/ 4151624 h 4794329"/>
              <a:gd name="connsiteX38" fmla="*/ 4441762 w 8328384"/>
              <a:gd name="connsiteY38" fmla="*/ 4151624 h 4794329"/>
              <a:gd name="connsiteX39" fmla="*/ 4441763 w 8328384"/>
              <a:gd name="connsiteY39" fmla="*/ 4151624 h 4794329"/>
              <a:gd name="connsiteX40" fmla="*/ 4441763 w 8328384"/>
              <a:gd name="connsiteY40" fmla="*/ 3853894 h 4794329"/>
              <a:gd name="connsiteX41" fmla="*/ 7516953 w 8328384"/>
              <a:gd name="connsiteY41" fmla="*/ 778704 h 4794329"/>
              <a:gd name="connsiteX42" fmla="*/ 7665818 w 8328384"/>
              <a:gd name="connsiteY42" fmla="*/ 717042 h 4794329"/>
              <a:gd name="connsiteX43" fmla="*/ 7109580 w 8328384"/>
              <a:gd name="connsiteY43" fmla="*/ 598413 h 4794329"/>
              <a:gd name="connsiteX44" fmla="*/ 7258445 w 8328384"/>
              <a:gd name="connsiteY44" fmla="*/ 660075 h 4794329"/>
              <a:gd name="connsiteX45" fmla="*/ 7258445 w 8328384"/>
              <a:gd name="connsiteY45" fmla="*/ 957805 h 4794329"/>
              <a:gd name="connsiteX46" fmla="*/ 3512618 w 8328384"/>
              <a:gd name="connsiteY46" fmla="*/ 4703631 h 4794329"/>
              <a:gd name="connsiteX47" fmla="*/ 3214888 w 8328384"/>
              <a:gd name="connsiteY47" fmla="*/ 4703631 h 4794329"/>
              <a:gd name="connsiteX48" fmla="*/ 3214889 w 8328384"/>
              <a:gd name="connsiteY48" fmla="*/ 4703631 h 4794329"/>
              <a:gd name="connsiteX49" fmla="*/ 3214889 w 8328384"/>
              <a:gd name="connsiteY49" fmla="*/ 4405901 h 4794329"/>
              <a:gd name="connsiteX50" fmla="*/ 6960715 w 8328384"/>
              <a:gd name="connsiteY50" fmla="*/ 660075 h 4794329"/>
              <a:gd name="connsiteX51" fmla="*/ 7109580 w 8328384"/>
              <a:gd name="connsiteY51" fmla="*/ 598413 h 4794329"/>
              <a:gd name="connsiteX52" fmla="*/ 5839303 w 8328384"/>
              <a:gd name="connsiteY52" fmla="*/ 530016 h 4794329"/>
              <a:gd name="connsiteX53" fmla="*/ 5988168 w 8328384"/>
              <a:gd name="connsiteY53" fmla="*/ 591677 h 4794329"/>
              <a:gd name="connsiteX54" fmla="*/ 5988168 w 8328384"/>
              <a:gd name="connsiteY54" fmla="*/ 889408 h 4794329"/>
              <a:gd name="connsiteX55" fmla="*/ 2912977 w 8328384"/>
              <a:gd name="connsiteY55" fmla="*/ 3964597 h 4794329"/>
              <a:gd name="connsiteX56" fmla="*/ 2615248 w 8328384"/>
              <a:gd name="connsiteY56" fmla="*/ 3964597 h 4794329"/>
              <a:gd name="connsiteX57" fmla="*/ 2615249 w 8328384"/>
              <a:gd name="connsiteY57" fmla="*/ 3964597 h 4794329"/>
              <a:gd name="connsiteX58" fmla="*/ 2615249 w 8328384"/>
              <a:gd name="connsiteY58" fmla="*/ 3666867 h 4794329"/>
              <a:gd name="connsiteX59" fmla="*/ 5690438 w 8328384"/>
              <a:gd name="connsiteY59" fmla="*/ 591677 h 4794329"/>
              <a:gd name="connsiteX60" fmla="*/ 5839303 w 8328384"/>
              <a:gd name="connsiteY60" fmla="*/ 530016 h 4794329"/>
              <a:gd name="connsiteX61" fmla="*/ 6693121 w 8328384"/>
              <a:gd name="connsiteY61" fmla="*/ 347526 h 4794329"/>
              <a:gd name="connsiteX62" fmla="*/ 6841986 w 8328384"/>
              <a:gd name="connsiteY62" fmla="*/ 409188 h 4794329"/>
              <a:gd name="connsiteX63" fmla="*/ 6841986 w 8328384"/>
              <a:gd name="connsiteY63" fmla="*/ 706919 h 4794329"/>
              <a:gd name="connsiteX64" fmla="*/ 3766795 w 8328384"/>
              <a:gd name="connsiteY64" fmla="*/ 3782108 h 4794329"/>
              <a:gd name="connsiteX65" fmla="*/ 3469065 w 8328384"/>
              <a:gd name="connsiteY65" fmla="*/ 3782108 h 4794329"/>
              <a:gd name="connsiteX66" fmla="*/ 3469066 w 8328384"/>
              <a:gd name="connsiteY66" fmla="*/ 3782108 h 4794329"/>
              <a:gd name="connsiteX67" fmla="*/ 3469066 w 8328384"/>
              <a:gd name="connsiteY67" fmla="*/ 3484378 h 4794329"/>
              <a:gd name="connsiteX68" fmla="*/ 6544256 w 8328384"/>
              <a:gd name="connsiteY68" fmla="*/ 409188 h 4794329"/>
              <a:gd name="connsiteX69" fmla="*/ 6693121 w 8328384"/>
              <a:gd name="connsiteY69" fmla="*/ 347526 h 4794329"/>
              <a:gd name="connsiteX70" fmla="*/ 4217989 w 8328384"/>
              <a:gd name="connsiteY70" fmla="*/ 126303 h 4794329"/>
              <a:gd name="connsiteX71" fmla="*/ 4366854 w 8328384"/>
              <a:gd name="connsiteY71" fmla="*/ 187965 h 4794329"/>
              <a:gd name="connsiteX72" fmla="*/ 4366854 w 8328384"/>
              <a:gd name="connsiteY72" fmla="*/ 485695 h 4794329"/>
              <a:gd name="connsiteX73" fmla="*/ 3108136 w 8328384"/>
              <a:gd name="connsiteY73" fmla="*/ 1744412 h 4794329"/>
              <a:gd name="connsiteX74" fmla="*/ 2810405 w 8328384"/>
              <a:gd name="connsiteY74" fmla="*/ 1744412 h 4794329"/>
              <a:gd name="connsiteX75" fmla="*/ 2810407 w 8328384"/>
              <a:gd name="connsiteY75" fmla="*/ 1744412 h 4794329"/>
              <a:gd name="connsiteX76" fmla="*/ 2810407 w 8328384"/>
              <a:gd name="connsiteY76" fmla="*/ 1446682 h 4794329"/>
              <a:gd name="connsiteX77" fmla="*/ 4069124 w 8328384"/>
              <a:gd name="connsiteY77" fmla="*/ 187965 h 4794329"/>
              <a:gd name="connsiteX78" fmla="*/ 4217989 w 8328384"/>
              <a:gd name="connsiteY78" fmla="*/ 126303 h 4794329"/>
              <a:gd name="connsiteX79" fmla="*/ 5679047 w 8328384"/>
              <a:gd name="connsiteY79" fmla="*/ 18853 h 4794329"/>
              <a:gd name="connsiteX80" fmla="*/ 5827912 w 8328384"/>
              <a:gd name="connsiteY80" fmla="*/ 80515 h 4794329"/>
              <a:gd name="connsiteX81" fmla="*/ 5827912 w 8328384"/>
              <a:gd name="connsiteY81" fmla="*/ 378245 h 4794329"/>
              <a:gd name="connsiteX82" fmla="*/ 3106228 w 8328384"/>
              <a:gd name="connsiteY82" fmla="*/ 3099928 h 4794329"/>
              <a:gd name="connsiteX83" fmla="*/ 2808498 w 8328384"/>
              <a:gd name="connsiteY83" fmla="*/ 3099928 h 4794329"/>
              <a:gd name="connsiteX84" fmla="*/ 2808499 w 8328384"/>
              <a:gd name="connsiteY84" fmla="*/ 3099928 h 4794329"/>
              <a:gd name="connsiteX85" fmla="*/ 2808499 w 8328384"/>
              <a:gd name="connsiteY85" fmla="*/ 2802198 h 4794329"/>
              <a:gd name="connsiteX86" fmla="*/ 5530182 w 8328384"/>
              <a:gd name="connsiteY86" fmla="*/ 80515 h 4794329"/>
              <a:gd name="connsiteX87" fmla="*/ 5679047 w 8328384"/>
              <a:gd name="connsiteY87" fmla="*/ 18853 h 4794329"/>
              <a:gd name="connsiteX88" fmla="*/ 5019170 w 8328384"/>
              <a:gd name="connsiteY88" fmla="*/ 0 h 4794329"/>
              <a:gd name="connsiteX89" fmla="*/ 5168035 w 8328384"/>
              <a:gd name="connsiteY89" fmla="*/ 61662 h 4794329"/>
              <a:gd name="connsiteX90" fmla="*/ 5168035 w 8328384"/>
              <a:gd name="connsiteY90" fmla="*/ 359392 h 4794329"/>
              <a:gd name="connsiteX91" fmla="*/ 3186355 w 8328384"/>
              <a:gd name="connsiteY91" fmla="*/ 2341071 h 4794329"/>
              <a:gd name="connsiteX92" fmla="*/ 2888624 w 8328384"/>
              <a:gd name="connsiteY92" fmla="*/ 2341071 h 4794329"/>
              <a:gd name="connsiteX93" fmla="*/ 2888626 w 8328384"/>
              <a:gd name="connsiteY93" fmla="*/ 2341071 h 4794329"/>
              <a:gd name="connsiteX94" fmla="*/ 2888626 w 8328384"/>
              <a:gd name="connsiteY94" fmla="*/ 2043341 h 4794329"/>
              <a:gd name="connsiteX95" fmla="*/ 4870305 w 8328384"/>
              <a:gd name="connsiteY95" fmla="*/ 61662 h 4794329"/>
              <a:gd name="connsiteX96" fmla="*/ 5019170 w 8328384"/>
              <a:gd name="connsiteY96" fmla="*/ 0 h 4794329"/>
              <a:gd name="connsiteX0" fmla="*/ 7193726 w 8334626"/>
              <a:gd name="connsiteY0" fmla="*/ 3202389 h 4794329"/>
              <a:gd name="connsiteX1" fmla="*/ 7342591 w 8334626"/>
              <a:gd name="connsiteY1" fmla="*/ 3264051 h 4794329"/>
              <a:gd name="connsiteX2" fmla="*/ 7342591 w 8334626"/>
              <a:gd name="connsiteY2" fmla="*/ 3561781 h 4794329"/>
              <a:gd name="connsiteX3" fmla="*/ 6682152 w 8334626"/>
              <a:gd name="connsiteY3" fmla="*/ 4222219 h 4794329"/>
              <a:gd name="connsiteX4" fmla="*/ 6384422 w 8334626"/>
              <a:gd name="connsiteY4" fmla="*/ 4222219 h 4794329"/>
              <a:gd name="connsiteX5" fmla="*/ 6384423 w 8334626"/>
              <a:gd name="connsiteY5" fmla="*/ 4222219 h 4794329"/>
              <a:gd name="connsiteX6" fmla="*/ 6384423 w 8334626"/>
              <a:gd name="connsiteY6" fmla="*/ 3924488 h 4794329"/>
              <a:gd name="connsiteX7" fmla="*/ 7044861 w 8334626"/>
              <a:gd name="connsiteY7" fmla="*/ 3264051 h 4794329"/>
              <a:gd name="connsiteX8" fmla="*/ 7193726 w 8334626"/>
              <a:gd name="connsiteY8" fmla="*/ 3202389 h 4794329"/>
              <a:gd name="connsiteX9" fmla="*/ 7160495 w 8334626"/>
              <a:gd name="connsiteY9" fmla="*/ 1896653 h 4794329"/>
              <a:gd name="connsiteX10" fmla="*/ 7309360 w 8334626"/>
              <a:gd name="connsiteY10" fmla="*/ 1958315 h 4794329"/>
              <a:gd name="connsiteX11" fmla="*/ 7309360 w 8334626"/>
              <a:gd name="connsiteY11" fmla="*/ 2256046 h 4794329"/>
              <a:gd name="connsiteX12" fmla="*/ 4832737 w 8334626"/>
              <a:gd name="connsiteY12" fmla="*/ 4732667 h 4794329"/>
              <a:gd name="connsiteX13" fmla="*/ 4535007 w 8334626"/>
              <a:gd name="connsiteY13" fmla="*/ 4732667 h 4794329"/>
              <a:gd name="connsiteX14" fmla="*/ 4535009 w 8334626"/>
              <a:gd name="connsiteY14" fmla="*/ 4732667 h 4794329"/>
              <a:gd name="connsiteX15" fmla="*/ 4535009 w 8334626"/>
              <a:gd name="connsiteY15" fmla="*/ 4434937 h 4794329"/>
              <a:gd name="connsiteX16" fmla="*/ 7011630 w 8334626"/>
              <a:gd name="connsiteY16" fmla="*/ 1958315 h 4794329"/>
              <a:gd name="connsiteX17" fmla="*/ 7160495 w 8334626"/>
              <a:gd name="connsiteY17" fmla="*/ 1896653 h 4794329"/>
              <a:gd name="connsiteX18" fmla="*/ 8124099 w 8334626"/>
              <a:gd name="connsiteY18" fmla="*/ 1606041 h 4794329"/>
              <a:gd name="connsiteX19" fmla="*/ 8272964 w 8334626"/>
              <a:gd name="connsiteY19" fmla="*/ 1667703 h 4794329"/>
              <a:gd name="connsiteX20" fmla="*/ 8272964 w 8334626"/>
              <a:gd name="connsiteY20" fmla="*/ 1965433 h 4794329"/>
              <a:gd name="connsiteX21" fmla="*/ 6387889 w 8334626"/>
              <a:gd name="connsiteY21" fmla="*/ 3850507 h 4794329"/>
              <a:gd name="connsiteX22" fmla="*/ 6090159 w 8334626"/>
              <a:gd name="connsiteY22" fmla="*/ 3850507 h 4794329"/>
              <a:gd name="connsiteX23" fmla="*/ 6090160 w 8334626"/>
              <a:gd name="connsiteY23" fmla="*/ 3850507 h 4794329"/>
              <a:gd name="connsiteX24" fmla="*/ 6090160 w 8334626"/>
              <a:gd name="connsiteY24" fmla="*/ 3552777 h 4794329"/>
              <a:gd name="connsiteX25" fmla="*/ 7975234 w 8334626"/>
              <a:gd name="connsiteY25" fmla="*/ 1667703 h 4794329"/>
              <a:gd name="connsiteX26" fmla="*/ 8124099 w 8334626"/>
              <a:gd name="connsiteY26" fmla="*/ 1606041 h 4794329"/>
              <a:gd name="connsiteX27" fmla="*/ 6242 w 8334626"/>
              <a:gd name="connsiteY27" fmla="*/ 1576410 h 4794329"/>
              <a:gd name="connsiteX28" fmla="*/ 1034496 w 8334626"/>
              <a:gd name="connsiteY28" fmla="*/ 898884 h 4794329"/>
              <a:gd name="connsiteX29" fmla="*/ 1712023 w 8334626"/>
              <a:gd name="connsiteY29" fmla="*/ 1576410 h 4794329"/>
              <a:gd name="connsiteX30" fmla="*/ 1034496 w 8334626"/>
              <a:gd name="connsiteY30" fmla="*/ 2253937 h 4794329"/>
              <a:gd name="connsiteX31" fmla="*/ 683769 w 8334626"/>
              <a:gd name="connsiteY31" fmla="*/ 2253937 h 4794329"/>
              <a:gd name="connsiteX32" fmla="*/ 6242 w 8334626"/>
              <a:gd name="connsiteY32" fmla="*/ 1576410 h 4794329"/>
              <a:gd name="connsiteX33" fmla="*/ 7672060 w 8334626"/>
              <a:gd name="connsiteY33" fmla="*/ 717042 h 4794329"/>
              <a:gd name="connsiteX34" fmla="*/ 7820925 w 8334626"/>
              <a:gd name="connsiteY34" fmla="*/ 778704 h 4794329"/>
              <a:gd name="connsiteX35" fmla="*/ 7820925 w 8334626"/>
              <a:gd name="connsiteY35" fmla="*/ 1076435 h 4794329"/>
              <a:gd name="connsiteX36" fmla="*/ 4745734 w 8334626"/>
              <a:gd name="connsiteY36" fmla="*/ 4151624 h 4794329"/>
              <a:gd name="connsiteX37" fmla="*/ 4448004 w 8334626"/>
              <a:gd name="connsiteY37" fmla="*/ 4151624 h 4794329"/>
              <a:gd name="connsiteX38" fmla="*/ 4448005 w 8334626"/>
              <a:gd name="connsiteY38" fmla="*/ 4151624 h 4794329"/>
              <a:gd name="connsiteX39" fmla="*/ 4448005 w 8334626"/>
              <a:gd name="connsiteY39" fmla="*/ 3853894 h 4794329"/>
              <a:gd name="connsiteX40" fmla="*/ 7523195 w 8334626"/>
              <a:gd name="connsiteY40" fmla="*/ 778704 h 4794329"/>
              <a:gd name="connsiteX41" fmla="*/ 7672060 w 8334626"/>
              <a:gd name="connsiteY41" fmla="*/ 717042 h 4794329"/>
              <a:gd name="connsiteX42" fmla="*/ 7115822 w 8334626"/>
              <a:gd name="connsiteY42" fmla="*/ 598413 h 4794329"/>
              <a:gd name="connsiteX43" fmla="*/ 7264687 w 8334626"/>
              <a:gd name="connsiteY43" fmla="*/ 660075 h 4794329"/>
              <a:gd name="connsiteX44" fmla="*/ 7264687 w 8334626"/>
              <a:gd name="connsiteY44" fmla="*/ 957805 h 4794329"/>
              <a:gd name="connsiteX45" fmla="*/ 3518860 w 8334626"/>
              <a:gd name="connsiteY45" fmla="*/ 4703631 h 4794329"/>
              <a:gd name="connsiteX46" fmla="*/ 3221130 w 8334626"/>
              <a:gd name="connsiteY46" fmla="*/ 4703631 h 4794329"/>
              <a:gd name="connsiteX47" fmla="*/ 3221131 w 8334626"/>
              <a:gd name="connsiteY47" fmla="*/ 4703631 h 4794329"/>
              <a:gd name="connsiteX48" fmla="*/ 3221131 w 8334626"/>
              <a:gd name="connsiteY48" fmla="*/ 4405901 h 4794329"/>
              <a:gd name="connsiteX49" fmla="*/ 6966957 w 8334626"/>
              <a:gd name="connsiteY49" fmla="*/ 660075 h 4794329"/>
              <a:gd name="connsiteX50" fmla="*/ 7115822 w 8334626"/>
              <a:gd name="connsiteY50" fmla="*/ 598413 h 4794329"/>
              <a:gd name="connsiteX51" fmla="*/ 5845545 w 8334626"/>
              <a:gd name="connsiteY51" fmla="*/ 530016 h 4794329"/>
              <a:gd name="connsiteX52" fmla="*/ 5994410 w 8334626"/>
              <a:gd name="connsiteY52" fmla="*/ 591677 h 4794329"/>
              <a:gd name="connsiteX53" fmla="*/ 5994410 w 8334626"/>
              <a:gd name="connsiteY53" fmla="*/ 889408 h 4794329"/>
              <a:gd name="connsiteX54" fmla="*/ 2919219 w 8334626"/>
              <a:gd name="connsiteY54" fmla="*/ 3964597 h 4794329"/>
              <a:gd name="connsiteX55" fmla="*/ 2621490 w 8334626"/>
              <a:gd name="connsiteY55" fmla="*/ 3964597 h 4794329"/>
              <a:gd name="connsiteX56" fmla="*/ 2621491 w 8334626"/>
              <a:gd name="connsiteY56" fmla="*/ 3964597 h 4794329"/>
              <a:gd name="connsiteX57" fmla="*/ 2621491 w 8334626"/>
              <a:gd name="connsiteY57" fmla="*/ 3666867 h 4794329"/>
              <a:gd name="connsiteX58" fmla="*/ 5696680 w 8334626"/>
              <a:gd name="connsiteY58" fmla="*/ 591677 h 4794329"/>
              <a:gd name="connsiteX59" fmla="*/ 5845545 w 8334626"/>
              <a:gd name="connsiteY59" fmla="*/ 530016 h 4794329"/>
              <a:gd name="connsiteX60" fmla="*/ 6699363 w 8334626"/>
              <a:gd name="connsiteY60" fmla="*/ 347526 h 4794329"/>
              <a:gd name="connsiteX61" fmla="*/ 6848228 w 8334626"/>
              <a:gd name="connsiteY61" fmla="*/ 409188 h 4794329"/>
              <a:gd name="connsiteX62" fmla="*/ 6848228 w 8334626"/>
              <a:gd name="connsiteY62" fmla="*/ 706919 h 4794329"/>
              <a:gd name="connsiteX63" fmla="*/ 3773037 w 8334626"/>
              <a:gd name="connsiteY63" fmla="*/ 3782108 h 4794329"/>
              <a:gd name="connsiteX64" fmla="*/ 3475307 w 8334626"/>
              <a:gd name="connsiteY64" fmla="*/ 3782108 h 4794329"/>
              <a:gd name="connsiteX65" fmla="*/ 3475308 w 8334626"/>
              <a:gd name="connsiteY65" fmla="*/ 3782108 h 4794329"/>
              <a:gd name="connsiteX66" fmla="*/ 3475308 w 8334626"/>
              <a:gd name="connsiteY66" fmla="*/ 3484378 h 4794329"/>
              <a:gd name="connsiteX67" fmla="*/ 6550498 w 8334626"/>
              <a:gd name="connsiteY67" fmla="*/ 409188 h 4794329"/>
              <a:gd name="connsiteX68" fmla="*/ 6699363 w 8334626"/>
              <a:gd name="connsiteY68" fmla="*/ 347526 h 4794329"/>
              <a:gd name="connsiteX69" fmla="*/ 4224231 w 8334626"/>
              <a:gd name="connsiteY69" fmla="*/ 126303 h 4794329"/>
              <a:gd name="connsiteX70" fmla="*/ 4373096 w 8334626"/>
              <a:gd name="connsiteY70" fmla="*/ 187965 h 4794329"/>
              <a:gd name="connsiteX71" fmla="*/ 4373096 w 8334626"/>
              <a:gd name="connsiteY71" fmla="*/ 485695 h 4794329"/>
              <a:gd name="connsiteX72" fmla="*/ 3114378 w 8334626"/>
              <a:gd name="connsiteY72" fmla="*/ 1744412 h 4794329"/>
              <a:gd name="connsiteX73" fmla="*/ 2816647 w 8334626"/>
              <a:gd name="connsiteY73" fmla="*/ 1744412 h 4794329"/>
              <a:gd name="connsiteX74" fmla="*/ 2816649 w 8334626"/>
              <a:gd name="connsiteY74" fmla="*/ 1744412 h 4794329"/>
              <a:gd name="connsiteX75" fmla="*/ 2816649 w 8334626"/>
              <a:gd name="connsiteY75" fmla="*/ 1446682 h 4794329"/>
              <a:gd name="connsiteX76" fmla="*/ 4075366 w 8334626"/>
              <a:gd name="connsiteY76" fmla="*/ 187965 h 4794329"/>
              <a:gd name="connsiteX77" fmla="*/ 4224231 w 8334626"/>
              <a:gd name="connsiteY77" fmla="*/ 126303 h 4794329"/>
              <a:gd name="connsiteX78" fmla="*/ 5685289 w 8334626"/>
              <a:gd name="connsiteY78" fmla="*/ 18853 h 4794329"/>
              <a:gd name="connsiteX79" fmla="*/ 5834154 w 8334626"/>
              <a:gd name="connsiteY79" fmla="*/ 80515 h 4794329"/>
              <a:gd name="connsiteX80" fmla="*/ 5834154 w 8334626"/>
              <a:gd name="connsiteY80" fmla="*/ 378245 h 4794329"/>
              <a:gd name="connsiteX81" fmla="*/ 3112470 w 8334626"/>
              <a:gd name="connsiteY81" fmla="*/ 3099928 h 4794329"/>
              <a:gd name="connsiteX82" fmla="*/ 2814740 w 8334626"/>
              <a:gd name="connsiteY82" fmla="*/ 3099928 h 4794329"/>
              <a:gd name="connsiteX83" fmla="*/ 2814741 w 8334626"/>
              <a:gd name="connsiteY83" fmla="*/ 3099928 h 4794329"/>
              <a:gd name="connsiteX84" fmla="*/ 2814741 w 8334626"/>
              <a:gd name="connsiteY84" fmla="*/ 2802198 h 4794329"/>
              <a:gd name="connsiteX85" fmla="*/ 5536424 w 8334626"/>
              <a:gd name="connsiteY85" fmla="*/ 80515 h 4794329"/>
              <a:gd name="connsiteX86" fmla="*/ 5685289 w 8334626"/>
              <a:gd name="connsiteY86" fmla="*/ 18853 h 4794329"/>
              <a:gd name="connsiteX87" fmla="*/ 5025412 w 8334626"/>
              <a:gd name="connsiteY87" fmla="*/ 0 h 4794329"/>
              <a:gd name="connsiteX88" fmla="*/ 5174277 w 8334626"/>
              <a:gd name="connsiteY88" fmla="*/ 61662 h 4794329"/>
              <a:gd name="connsiteX89" fmla="*/ 5174277 w 8334626"/>
              <a:gd name="connsiteY89" fmla="*/ 359392 h 4794329"/>
              <a:gd name="connsiteX90" fmla="*/ 3192597 w 8334626"/>
              <a:gd name="connsiteY90" fmla="*/ 2341071 h 4794329"/>
              <a:gd name="connsiteX91" fmla="*/ 2894866 w 8334626"/>
              <a:gd name="connsiteY91" fmla="*/ 2341071 h 4794329"/>
              <a:gd name="connsiteX92" fmla="*/ 2894868 w 8334626"/>
              <a:gd name="connsiteY92" fmla="*/ 2341071 h 4794329"/>
              <a:gd name="connsiteX93" fmla="*/ 2894868 w 8334626"/>
              <a:gd name="connsiteY93" fmla="*/ 2043341 h 4794329"/>
              <a:gd name="connsiteX94" fmla="*/ 4876547 w 8334626"/>
              <a:gd name="connsiteY94" fmla="*/ 61662 h 4794329"/>
              <a:gd name="connsiteX95" fmla="*/ 5025412 w 8334626"/>
              <a:gd name="connsiteY95" fmla="*/ 0 h 4794329"/>
              <a:gd name="connsiteX0" fmla="*/ 7223556 w 8364456"/>
              <a:gd name="connsiteY0" fmla="*/ 3202389 h 4794329"/>
              <a:gd name="connsiteX1" fmla="*/ 7372421 w 8364456"/>
              <a:gd name="connsiteY1" fmla="*/ 3264051 h 4794329"/>
              <a:gd name="connsiteX2" fmla="*/ 7372421 w 8364456"/>
              <a:gd name="connsiteY2" fmla="*/ 3561781 h 4794329"/>
              <a:gd name="connsiteX3" fmla="*/ 6711982 w 8364456"/>
              <a:gd name="connsiteY3" fmla="*/ 4222219 h 4794329"/>
              <a:gd name="connsiteX4" fmla="*/ 6414252 w 8364456"/>
              <a:gd name="connsiteY4" fmla="*/ 4222219 h 4794329"/>
              <a:gd name="connsiteX5" fmla="*/ 6414253 w 8364456"/>
              <a:gd name="connsiteY5" fmla="*/ 4222219 h 4794329"/>
              <a:gd name="connsiteX6" fmla="*/ 6414253 w 8364456"/>
              <a:gd name="connsiteY6" fmla="*/ 3924488 h 4794329"/>
              <a:gd name="connsiteX7" fmla="*/ 7074691 w 8364456"/>
              <a:gd name="connsiteY7" fmla="*/ 3264051 h 4794329"/>
              <a:gd name="connsiteX8" fmla="*/ 7223556 w 8364456"/>
              <a:gd name="connsiteY8" fmla="*/ 3202389 h 4794329"/>
              <a:gd name="connsiteX9" fmla="*/ 7190325 w 8364456"/>
              <a:gd name="connsiteY9" fmla="*/ 1896653 h 4794329"/>
              <a:gd name="connsiteX10" fmla="*/ 7339190 w 8364456"/>
              <a:gd name="connsiteY10" fmla="*/ 1958315 h 4794329"/>
              <a:gd name="connsiteX11" fmla="*/ 7339190 w 8364456"/>
              <a:gd name="connsiteY11" fmla="*/ 2256046 h 4794329"/>
              <a:gd name="connsiteX12" fmla="*/ 4862567 w 8364456"/>
              <a:gd name="connsiteY12" fmla="*/ 4732667 h 4794329"/>
              <a:gd name="connsiteX13" fmla="*/ 4564837 w 8364456"/>
              <a:gd name="connsiteY13" fmla="*/ 4732667 h 4794329"/>
              <a:gd name="connsiteX14" fmla="*/ 4564839 w 8364456"/>
              <a:gd name="connsiteY14" fmla="*/ 4732667 h 4794329"/>
              <a:gd name="connsiteX15" fmla="*/ 4564839 w 8364456"/>
              <a:gd name="connsiteY15" fmla="*/ 4434937 h 4794329"/>
              <a:gd name="connsiteX16" fmla="*/ 7041460 w 8364456"/>
              <a:gd name="connsiteY16" fmla="*/ 1958315 h 4794329"/>
              <a:gd name="connsiteX17" fmla="*/ 7190325 w 8364456"/>
              <a:gd name="connsiteY17" fmla="*/ 1896653 h 4794329"/>
              <a:gd name="connsiteX18" fmla="*/ 8153929 w 8364456"/>
              <a:gd name="connsiteY18" fmla="*/ 1606041 h 4794329"/>
              <a:gd name="connsiteX19" fmla="*/ 8302794 w 8364456"/>
              <a:gd name="connsiteY19" fmla="*/ 1667703 h 4794329"/>
              <a:gd name="connsiteX20" fmla="*/ 8302794 w 8364456"/>
              <a:gd name="connsiteY20" fmla="*/ 1965433 h 4794329"/>
              <a:gd name="connsiteX21" fmla="*/ 6417719 w 8364456"/>
              <a:gd name="connsiteY21" fmla="*/ 3850507 h 4794329"/>
              <a:gd name="connsiteX22" fmla="*/ 6119989 w 8364456"/>
              <a:gd name="connsiteY22" fmla="*/ 3850507 h 4794329"/>
              <a:gd name="connsiteX23" fmla="*/ 6119990 w 8364456"/>
              <a:gd name="connsiteY23" fmla="*/ 3850507 h 4794329"/>
              <a:gd name="connsiteX24" fmla="*/ 6119990 w 8364456"/>
              <a:gd name="connsiteY24" fmla="*/ 3552777 h 4794329"/>
              <a:gd name="connsiteX25" fmla="*/ 8005064 w 8364456"/>
              <a:gd name="connsiteY25" fmla="*/ 1667703 h 4794329"/>
              <a:gd name="connsiteX26" fmla="*/ 8153929 w 8364456"/>
              <a:gd name="connsiteY26" fmla="*/ 1606041 h 4794329"/>
              <a:gd name="connsiteX27" fmla="*/ 36072 w 8364456"/>
              <a:gd name="connsiteY27" fmla="*/ 1576410 h 4794329"/>
              <a:gd name="connsiteX28" fmla="*/ 1741853 w 8364456"/>
              <a:gd name="connsiteY28" fmla="*/ 1576410 h 4794329"/>
              <a:gd name="connsiteX29" fmla="*/ 1064326 w 8364456"/>
              <a:gd name="connsiteY29" fmla="*/ 2253937 h 4794329"/>
              <a:gd name="connsiteX30" fmla="*/ 713599 w 8364456"/>
              <a:gd name="connsiteY30" fmla="*/ 2253937 h 4794329"/>
              <a:gd name="connsiteX31" fmla="*/ 36072 w 8364456"/>
              <a:gd name="connsiteY31" fmla="*/ 1576410 h 4794329"/>
              <a:gd name="connsiteX32" fmla="*/ 7701890 w 8364456"/>
              <a:gd name="connsiteY32" fmla="*/ 717042 h 4794329"/>
              <a:gd name="connsiteX33" fmla="*/ 7850755 w 8364456"/>
              <a:gd name="connsiteY33" fmla="*/ 778704 h 4794329"/>
              <a:gd name="connsiteX34" fmla="*/ 7850755 w 8364456"/>
              <a:gd name="connsiteY34" fmla="*/ 1076435 h 4794329"/>
              <a:gd name="connsiteX35" fmla="*/ 4775564 w 8364456"/>
              <a:gd name="connsiteY35" fmla="*/ 4151624 h 4794329"/>
              <a:gd name="connsiteX36" fmla="*/ 4477834 w 8364456"/>
              <a:gd name="connsiteY36" fmla="*/ 4151624 h 4794329"/>
              <a:gd name="connsiteX37" fmla="*/ 4477835 w 8364456"/>
              <a:gd name="connsiteY37" fmla="*/ 4151624 h 4794329"/>
              <a:gd name="connsiteX38" fmla="*/ 4477835 w 8364456"/>
              <a:gd name="connsiteY38" fmla="*/ 3853894 h 4794329"/>
              <a:gd name="connsiteX39" fmla="*/ 7553025 w 8364456"/>
              <a:gd name="connsiteY39" fmla="*/ 778704 h 4794329"/>
              <a:gd name="connsiteX40" fmla="*/ 7701890 w 8364456"/>
              <a:gd name="connsiteY40" fmla="*/ 717042 h 4794329"/>
              <a:gd name="connsiteX41" fmla="*/ 7145652 w 8364456"/>
              <a:gd name="connsiteY41" fmla="*/ 598413 h 4794329"/>
              <a:gd name="connsiteX42" fmla="*/ 7294517 w 8364456"/>
              <a:gd name="connsiteY42" fmla="*/ 660075 h 4794329"/>
              <a:gd name="connsiteX43" fmla="*/ 7294517 w 8364456"/>
              <a:gd name="connsiteY43" fmla="*/ 957805 h 4794329"/>
              <a:gd name="connsiteX44" fmla="*/ 3548690 w 8364456"/>
              <a:gd name="connsiteY44" fmla="*/ 4703631 h 4794329"/>
              <a:gd name="connsiteX45" fmla="*/ 3250960 w 8364456"/>
              <a:gd name="connsiteY45" fmla="*/ 4703631 h 4794329"/>
              <a:gd name="connsiteX46" fmla="*/ 3250961 w 8364456"/>
              <a:gd name="connsiteY46" fmla="*/ 4703631 h 4794329"/>
              <a:gd name="connsiteX47" fmla="*/ 3250961 w 8364456"/>
              <a:gd name="connsiteY47" fmla="*/ 4405901 h 4794329"/>
              <a:gd name="connsiteX48" fmla="*/ 6996787 w 8364456"/>
              <a:gd name="connsiteY48" fmla="*/ 660075 h 4794329"/>
              <a:gd name="connsiteX49" fmla="*/ 7145652 w 8364456"/>
              <a:gd name="connsiteY49" fmla="*/ 598413 h 4794329"/>
              <a:gd name="connsiteX50" fmla="*/ 5875375 w 8364456"/>
              <a:gd name="connsiteY50" fmla="*/ 530016 h 4794329"/>
              <a:gd name="connsiteX51" fmla="*/ 6024240 w 8364456"/>
              <a:gd name="connsiteY51" fmla="*/ 591677 h 4794329"/>
              <a:gd name="connsiteX52" fmla="*/ 6024240 w 8364456"/>
              <a:gd name="connsiteY52" fmla="*/ 889408 h 4794329"/>
              <a:gd name="connsiteX53" fmla="*/ 2949049 w 8364456"/>
              <a:gd name="connsiteY53" fmla="*/ 3964597 h 4794329"/>
              <a:gd name="connsiteX54" fmla="*/ 2651320 w 8364456"/>
              <a:gd name="connsiteY54" fmla="*/ 3964597 h 4794329"/>
              <a:gd name="connsiteX55" fmla="*/ 2651321 w 8364456"/>
              <a:gd name="connsiteY55" fmla="*/ 3964597 h 4794329"/>
              <a:gd name="connsiteX56" fmla="*/ 2651321 w 8364456"/>
              <a:gd name="connsiteY56" fmla="*/ 3666867 h 4794329"/>
              <a:gd name="connsiteX57" fmla="*/ 5726510 w 8364456"/>
              <a:gd name="connsiteY57" fmla="*/ 591677 h 4794329"/>
              <a:gd name="connsiteX58" fmla="*/ 5875375 w 8364456"/>
              <a:gd name="connsiteY58" fmla="*/ 530016 h 4794329"/>
              <a:gd name="connsiteX59" fmla="*/ 6729193 w 8364456"/>
              <a:gd name="connsiteY59" fmla="*/ 347526 h 4794329"/>
              <a:gd name="connsiteX60" fmla="*/ 6878058 w 8364456"/>
              <a:gd name="connsiteY60" fmla="*/ 409188 h 4794329"/>
              <a:gd name="connsiteX61" fmla="*/ 6878058 w 8364456"/>
              <a:gd name="connsiteY61" fmla="*/ 706919 h 4794329"/>
              <a:gd name="connsiteX62" fmla="*/ 3802867 w 8364456"/>
              <a:gd name="connsiteY62" fmla="*/ 3782108 h 4794329"/>
              <a:gd name="connsiteX63" fmla="*/ 3505137 w 8364456"/>
              <a:gd name="connsiteY63" fmla="*/ 3782108 h 4794329"/>
              <a:gd name="connsiteX64" fmla="*/ 3505138 w 8364456"/>
              <a:gd name="connsiteY64" fmla="*/ 3782108 h 4794329"/>
              <a:gd name="connsiteX65" fmla="*/ 3505138 w 8364456"/>
              <a:gd name="connsiteY65" fmla="*/ 3484378 h 4794329"/>
              <a:gd name="connsiteX66" fmla="*/ 6580328 w 8364456"/>
              <a:gd name="connsiteY66" fmla="*/ 409188 h 4794329"/>
              <a:gd name="connsiteX67" fmla="*/ 6729193 w 8364456"/>
              <a:gd name="connsiteY67" fmla="*/ 347526 h 4794329"/>
              <a:gd name="connsiteX68" fmla="*/ 4254061 w 8364456"/>
              <a:gd name="connsiteY68" fmla="*/ 126303 h 4794329"/>
              <a:gd name="connsiteX69" fmla="*/ 4402926 w 8364456"/>
              <a:gd name="connsiteY69" fmla="*/ 187965 h 4794329"/>
              <a:gd name="connsiteX70" fmla="*/ 4402926 w 8364456"/>
              <a:gd name="connsiteY70" fmla="*/ 485695 h 4794329"/>
              <a:gd name="connsiteX71" fmla="*/ 3144208 w 8364456"/>
              <a:gd name="connsiteY71" fmla="*/ 1744412 h 4794329"/>
              <a:gd name="connsiteX72" fmla="*/ 2846477 w 8364456"/>
              <a:gd name="connsiteY72" fmla="*/ 1744412 h 4794329"/>
              <a:gd name="connsiteX73" fmla="*/ 2846479 w 8364456"/>
              <a:gd name="connsiteY73" fmla="*/ 1744412 h 4794329"/>
              <a:gd name="connsiteX74" fmla="*/ 2846479 w 8364456"/>
              <a:gd name="connsiteY74" fmla="*/ 1446682 h 4794329"/>
              <a:gd name="connsiteX75" fmla="*/ 4105196 w 8364456"/>
              <a:gd name="connsiteY75" fmla="*/ 187965 h 4794329"/>
              <a:gd name="connsiteX76" fmla="*/ 4254061 w 8364456"/>
              <a:gd name="connsiteY76" fmla="*/ 126303 h 4794329"/>
              <a:gd name="connsiteX77" fmla="*/ 5715119 w 8364456"/>
              <a:gd name="connsiteY77" fmla="*/ 18853 h 4794329"/>
              <a:gd name="connsiteX78" fmla="*/ 5863984 w 8364456"/>
              <a:gd name="connsiteY78" fmla="*/ 80515 h 4794329"/>
              <a:gd name="connsiteX79" fmla="*/ 5863984 w 8364456"/>
              <a:gd name="connsiteY79" fmla="*/ 378245 h 4794329"/>
              <a:gd name="connsiteX80" fmla="*/ 3142300 w 8364456"/>
              <a:gd name="connsiteY80" fmla="*/ 3099928 h 4794329"/>
              <a:gd name="connsiteX81" fmla="*/ 2844570 w 8364456"/>
              <a:gd name="connsiteY81" fmla="*/ 3099928 h 4794329"/>
              <a:gd name="connsiteX82" fmla="*/ 2844571 w 8364456"/>
              <a:gd name="connsiteY82" fmla="*/ 3099928 h 4794329"/>
              <a:gd name="connsiteX83" fmla="*/ 2844571 w 8364456"/>
              <a:gd name="connsiteY83" fmla="*/ 2802198 h 4794329"/>
              <a:gd name="connsiteX84" fmla="*/ 5566254 w 8364456"/>
              <a:gd name="connsiteY84" fmla="*/ 80515 h 4794329"/>
              <a:gd name="connsiteX85" fmla="*/ 5715119 w 8364456"/>
              <a:gd name="connsiteY85" fmla="*/ 18853 h 4794329"/>
              <a:gd name="connsiteX86" fmla="*/ 5055242 w 8364456"/>
              <a:gd name="connsiteY86" fmla="*/ 0 h 4794329"/>
              <a:gd name="connsiteX87" fmla="*/ 5204107 w 8364456"/>
              <a:gd name="connsiteY87" fmla="*/ 61662 h 4794329"/>
              <a:gd name="connsiteX88" fmla="*/ 5204107 w 8364456"/>
              <a:gd name="connsiteY88" fmla="*/ 359392 h 4794329"/>
              <a:gd name="connsiteX89" fmla="*/ 3222427 w 8364456"/>
              <a:gd name="connsiteY89" fmla="*/ 2341071 h 4794329"/>
              <a:gd name="connsiteX90" fmla="*/ 2924696 w 8364456"/>
              <a:gd name="connsiteY90" fmla="*/ 2341071 h 4794329"/>
              <a:gd name="connsiteX91" fmla="*/ 2924698 w 8364456"/>
              <a:gd name="connsiteY91" fmla="*/ 2341071 h 4794329"/>
              <a:gd name="connsiteX92" fmla="*/ 2924698 w 8364456"/>
              <a:gd name="connsiteY92" fmla="*/ 2043341 h 4794329"/>
              <a:gd name="connsiteX93" fmla="*/ 4906377 w 8364456"/>
              <a:gd name="connsiteY93" fmla="*/ 61662 h 4794329"/>
              <a:gd name="connsiteX94" fmla="*/ 5055242 w 8364456"/>
              <a:gd name="connsiteY94" fmla="*/ 0 h 4794329"/>
              <a:gd name="connsiteX0" fmla="*/ 7193727 w 8334627"/>
              <a:gd name="connsiteY0" fmla="*/ 3202389 h 4794329"/>
              <a:gd name="connsiteX1" fmla="*/ 7342592 w 8334627"/>
              <a:gd name="connsiteY1" fmla="*/ 3264051 h 4794329"/>
              <a:gd name="connsiteX2" fmla="*/ 7342592 w 8334627"/>
              <a:gd name="connsiteY2" fmla="*/ 3561781 h 4794329"/>
              <a:gd name="connsiteX3" fmla="*/ 6682153 w 8334627"/>
              <a:gd name="connsiteY3" fmla="*/ 4222219 h 4794329"/>
              <a:gd name="connsiteX4" fmla="*/ 6384423 w 8334627"/>
              <a:gd name="connsiteY4" fmla="*/ 4222219 h 4794329"/>
              <a:gd name="connsiteX5" fmla="*/ 6384424 w 8334627"/>
              <a:gd name="connsiteY5" fmla="*/ 4222219 h 4794329"/>
              <a:gd name="connsiteX6" fmla="*/ 6384424 w 8334627"/>
              <a:gd name="connsiteY6" fmla="*/ 3924488 h 4794329"/>
              <a:gd name="connsiteX7" fmla="*/ 7044862 w 8334627"/>
              <a:gd name="connsiteY7" fmla="*/ 3264051 h 4794329"/>
              <a:gd name="connsiteX8" fmla="*/ 7193727 w 8334627"/>
              <a:gd name="connsiteY8" fmla="*/ 3202389 h 4794329"/>
              <a:gd name="connsiteX9" fmla="*/ 7160496 w 8334627"/>
              <a:gd name="connsiteY9" fmla="*/ 1896653 h 4794329"/>
              <a:gd name="connsiteX10" fmla="*/ 7309361 w 8334627"/>
              <a:gd name="connsiteY10" fmla="*/ 1958315 h 4794329"/>
              <a:gd name="connsiteX11" fmla="*/ 7309361 w 8334627"/>
              <a:gd name="connsiteY11" fmla="*/ 2256046 h 4794329"/>
              <a:gd name="connsiteX12" fmla="*/ 4832738 w 8334627"/>
              <a:gd name="connsiteY12" fmla="*/ 4732667 h 4794329"/>
              <a:gd name="connsiteX13" fmla="*/ 4535008 w 8334627"/>
              <a:gd name="connsiteY13" fmla="*/ 4732667 h 4794329"/>
              <a:gd name="connsiteX14" fmla="*/ 4535010 w 8334627"/>
              <a:gd name="connsiteY14" fmla="*/ 4732667 h 4794329"/>
              <a:gd name="connsiteX15" fmla="*/ 4535010 w 8334627"/>
              <a:gd name="connsiteY15" fmla="*/ 4434937 h 4794329"/>
              <a:gd name="connsiteX16" fmla="*/ 7011631 w 8334627"/>
              <a:gd name="connsiteY16" fmla="*/ 1958315 h 4794329"/>
              <a:gd name="connsiteX17" fmla="*/ 7160496 w 8334627"/>
              <a:gd name="connsiteY17" fmla="*/ 1896653 h 4794329"/>
              <a:gd name="connsiteX18" fmla="*/ 8124100 w 8334627"/>
              <a:gd name="connsiteY18" fmla="*/ 1606041 h 4794329"/>
              <a:gd name="connsiteX19" fmla="*/ 8272965 w 8334627"/>
              <a:gd name="connsiteY19" fmla="*/ 1667703 h 4794329"/>
              <a:gd name="connsiteX20" fmla="*/ 8272965 w 8334627"/>
              <a:gd name="connsiteY20" fmla="*/ 1965433 h 4794329"/>
              <a:gd name="connsiteX21" fmla="*/ 6387890 w 8334627"/>
              <a:gd name="connsiteY21" fmla="*/ 3850507 h 4794329"/>
              <a:gd name="connsiteX22" fmla="*/ 6090160 w 8334627"/>
              <a:gd name="connsiteY22" fmla="*/ 3850507 h 4794329"/>
              <a:gd name="connsiteX23" fmla="*/ 6090161 w 8334627"/>
              <a:gd name="connsiteY23" fmla="*/ 3850507 h 4794329"/>
              <a:gd name="connsiteX24" fmla="*/ 6090161 w 8334627"/>
              <a:gd name="connsiteY24" fmla="*/ 3552777 h 4794329"/>
              <a:gd name="connsiteX25" fmla="*/ 7975235 w 8334627"/>
              <a:gd name="connsiteY25" fmla="*/ 1667703 h 4794329"/>
              <a:gd name="connsiteX26" fmla="*/ 8124100 w 8334627"/>
              <a:gd name="connsiteY26" fmla="*/ 1606041 h 4794329"/>
              <a:gd name="connsiteX27" fmla="*/ 6243 w 8334627"/>
              <a:gd name="connsiteY27" fmla="*/ 1576410 h 4794329"/>
              <a:gd name="connsiteX28" fmla="*/ 1034497 w 8334627"/>
              <a:gd name="connsiteY28" fmla="*/ 2253937 h 4794329"/>
              <a:gd name="connsiteX29" fmla="*/ 683770 w 8334627"/>
              <a:gd name="connsiteY29" fmla="*/ 2253937 h 4794329"/>
              <a:gd name="connsiteX30" fmla="*/ 6243 w 8334627"/>
              <a:gd name="connsiteY30" fmla="*/ 1576410 h 4794329"/>
              <a:gd name="connsiteX31" fmla="*/ 7672061 w 8334627"/>
              <a:gd name="connsiteY31" fmla="*/ 717042 h 4794329"/>
              <a:gd name="connsiteX32" fmla="*/ 7820926 w 8334627"/>
              <a:gd name="connsiteY32" fmla="*/ 778704 h 4794329"/>
              <a:gd name="connsiteX33" fmla="*/ 7820926 w 8334627"/>
              <a:gd name="connsiteY33" fmla="*/ 1076435 h 4794329"/>
              <a:gd name="connsiteX34" fmla="*/ 4745735 w 8334627"/>
              <a:gd name="connsiteY34" fmla="*/ 4151624 h 4794329"/>
              <a:gd name="connsiteX35" fmla="*/ 4448005 w 8334627"/>
              <a:gd name="connsiteY35" fmla="*/ 4151624 h 4794329"/>
              <a:gd name="connsiteX36" fmla="*/ 4448006 w 8334627"/>
              <a:gd name="connsiteY36" fmla="*/ 4151624 h 4794329"/>
              <a:gd name="connsiteX37" fmla="*/ 4448006 w 8334627"/>
              <a:gd name="connsiteY37" fmla="*/ 3853894 h 4794329"/>
              <a:gd name="connsiteX38" fmla="*/ 7523196 w 8334627"/>
              <a:gd name="connsiteY38" fmla="*/ 778704 h 4794329"/>
              <a:gd name="connsiteX39" fmla="*/ 7672061 w 8334627"/>
              <a:gd name="connsiteY39" fmla="*/ 717042 h 4794329"/>
              <a:gd name="connsiteX40" fmla="*/ 7115823 w 8334627"/>
              <a:gd name="connsiteY40" fmla="*/ 598413 h 4794329"/>
              <a:gd name="connsiteX41" fmla="*/ 7264688 w 8334627"/>
              <a:gd name="connsiteY41" fmla="*/ 660075 h 4794329"/>
              <a:gd name="connsiteX42" fmla="*/ 7264688 w 8334627"/>
              <a:gd name="connsiteY42" fmla="*/ 957805 h 4794329"/>
              <a:gd name="connsiteX43" fmla="*/ 3518861 w 8334627"/>
              <a:gd name="connsiteY43" fmla="*/ 4703631 h 4794329"/>
              <a:gd name="connsiteX44" fmla="*/ 3221131 w 8334627"/>
              <a:gd name="connsiteY44" fmla="*/ 4703631 h 4794329"/>
              <a:gd name="connsiteX45" fmla="*/ 3221132 w 8334627"/>
              <a:gd name="connsiteY45" fmla="*/ 4703631 h 4794329"/>
              <a:gd name="connsiteX46" fmla="*/ 3221132 w 8334627"/>
              <a:gd name="connsiteY46" fmla="*/ 4405901 h 4794329"/>
              <a:gd name="connsiteX47" fmla="*/ 6966958 w 8334627"/>
              <a:gd name="connsiteY47" fmla="*/ 660075 h 4794329"/>
              <a:gd name="connsiteX48" fmla="*/ 7115823 w 8334627"/>
              <a:gd name="connsiteY48" fmla="*/ 598413 h 4794329"/>
              <a:gd name="connsiteX49" fmla="*/ 5845546 w 8334627"/>
              <a:gd name="connsiteY49" fmla="*/ 530016 h 4794329"/>
              <a:gd name="connsiteX50" fmla="*/ 5994411 w 8334627"/>
              <a:gd name="connsiteY50" fmla="*/ 591677 h 4794329"/>
              <a:gd name="connsiteX51" fmla="*/ 5994411 w 8334627"/>
              <a:gd name="connsiteY51" fmla="*/ 889408 h 4794329"/>
              <a:gd name="connsiteX52" fmla="*/ 2919220 w 8334627"/>
              <a:gd name="connsiteY52" fmla="*/ 3964597 h 4794329"/>
              <a:gd name="connsiteX53" fmla="*/ 2621491 w 8334627"/>
              <a:gd name="connsiteY53" fmla="*/ 3964597 h 4794329"/>
              <a:gd name="connsiteX54" fmla="*/ 2621492 w 8334627"/>
              <a:gd name="connsiteY54" fmla="*/ 3964597 h 4794329"/>
              <a:gd name="connsiteX55" fmla="*/ 2621492 w 8334627"/>
              <a:gd name="connsiteY55" fmla="*/ 3666867 h 4794329"/>
              <a:gd name="connsiteX56" fmla="*/ 5696681 w 8334627"/>
              <a:gd name="connsiteY56" fmla="*/ 591677 h 4794329"/>
              <a:gd name="connsiteX57" fmla="*/ 5845546 w 8334627"/>
              <a:gd name="connsiteY57" fmla="*/ 530016 h 4794329"/>
              <a:gd name="connsiteX58" fmla="*/ 6699364 w 8334627"/>
              <a:gd name="connsiteY58" fmla="*/ 347526 h 4794329"/>
              <a:gd name="connsiteX59" fmla="*/ 6848229 w 8334627"/>
              <a:gd name="connsiteY59" fmla="*/ 409188 h 4794329"/>
              <a:gd name="connsiteX60" fmla="*/ 6848229 w 8334627"/>
              <a:gd name="connsiteY60" fmla="*/ 706919 h 4794329"/>
              <a:gd name="connsiteX61" fmla="*/ 3773038 w 8334627"/>
              <a:gd name="connsiteY61" fmla="*/ 3782108 h 4794329"/>
              <a:gd name="connsiteX62" fmla="*/ 3475308 w 8334627"/>
              <a:gd name="connsiteY62" fmla="*/ 3782108 h 4794329"/>
              <a:gd name="connsiteX63" fmla="*/ 3475309 w 8334627"/>
              <a:gd name="connsiteY63" fmla="*/ 3782108 h 4794329"/>
              <a:gd name="connsiteX64" fmla="*/ 3475309 w 8334627"/>
              <a:gd name="connsiteY64" fmla="*/ 3484378 h 4794329"/>
              <a:gd name="connsiteX65" fmla="*/ 6550499 w 8334627"/>
              <a:gd name="connsiteY65" fmla="*/ 409188 h 4794329"/>
              <a:gd name="connsiteX66" fmla="*/ 6699364 w 8334627"/>
              <a:gd name="connsiteY66" fmla="*/ 347526 h 4794329"/>
              <a:gd name="connsiteX67" fmla="*/ 4224232 w 8334627"/>
              <a:gd name="connsiteY67" fmla="*/ 126303 h 4794329"/>
              <a:gd name="connsiteX68" fmla="*/ 4373097 w 8334627"/>
              <a:gd name="connsiteY68" fmla="*/ 187965 h 4794329"/>
              <a:gd name="connsiteX69" fmla="*/ 4373097 w 8334627"/>
              <a:gd name="connsiteY69" fmla="*/ 485695 h 4794329"/>
              <a:gd name="connsiteX70" fmla="*/ 3114379 w 8334627"/>
              <a:gd name="connsiteY70" fmla="*/ 1744412 h 4794329"/>
              <a:gd name="connsiteX71" fmla="*/ 2816648 w 8334627"/>
              <a:gd name="connsiteY71" fmla="*/ 1744412 h 4794329"/>
              <a:gd name="connsiteX72" fmla="*/ 2816650 w 8334627"/>
              <a:gd name="connsiteY72" fmla="*/ 1744412 h 4794329"/>
              <a:gd name="connsiteX73" fmla="*/ 2816650 w 8334627"/>
              <a:gd name="connsiteY73" fmla="*/ 1446682 h 4794329"/>
              <a:gd name="connsiteX74" fmla="*/ 4075367 w 8334627"/>
              <a:gd name="connsiteY74" fmla="*/ 187965 h 4794329"/>
              <a:gd name="connsiteX75" fmla="*/ 4224232 w 8334627"/>
              <a:gd name="connsiteY75" fmla="*/ 126303 h 4794329"/>
              <a:gd name="connsiteX76" fmla="*/ 5685290 w 8334627"/>
              <a:gd name="connsiteY76" fmla="*/ 18853 h 4794329"/>
              <a:gd name="connsiteX77" fmla="*/ 5834155 w 8334627"/>
              <a:gd name="connsiteY77" fmla="*/ 80515 h 4794329"/>
              <a:gd name="connsiteX78" fmla="*/ 5834155 w 8334627"/>
              <a:gd name="connsiteY78" fmla="*/ 378245 h 4794329"/>
              <a:gd name="connsiteX79" fmla="*/ 3112471 w 8334627"/>
              <a:gd name="connsiteY79" fmla="*/ 3099928 h 4794329"/>
              <a:gd name="connsiteX80" fmla="*/ 2814741 w 8334627"/>
              <a:gd name="connsiteY80" fmla="*/ 3099928 h 4794329"/>
              <a:gd name="connsiteX81" fmla="*/ 2814742 w 8334627"/>
              <a:gd name="connsiteY81" fmla="*/ 3099928 h 4794329"/>
              <a:gd name="connsiteX82" fmla="*/ 2814742 w 8334627"/>
              <a:gd name="connsiteY82" fmla="*/ 2802198 h 4794329"/>
              <a:gd name="connsiteX83" fmla="*/ 5536425 w 8334627"/>
              <a:gd name="connsiteY83" fmla="*/ 80515 h 4794329"/>
              <a:gd name="connsiteX84" fmla="*/ 5685290 w 8334627"/>
              <a:gd name="connsiteY84" fmla="*/ 18853 h 4794329"/>
              <a:gd name="connsiteX85" fmla="*/ 5025413 w 8334627"/>
              <a:gd name="connsiteY85" fmla="*/ 0 h 4794329"/>
              <a:gd name="connsiteX86" fmla="*/ 5174278 w 8334627"/>
              <a:gd name="connsiteY86" fmla="*/ 61662 h 4794329"/>
              <a:gd name="connsiteX87" fmla="*/ 5174278 w 8334627"/>
              <a:gd name="connsiteY87" fmla="*/ 359392 h 4794329"/>
              <a:gd name="connsiteX88" fmla="*/ 3192598 w 8334627"/>
              <a:gd name="connsiteY88" fmla="*/ 2341071 h 4794329"/>
              <a:gd name="connsiteX89" fmla="*/ 2894867 w 8334627"/>
              <a:gd name="connsiteY89" fmla="*/ 2341071 h 4794329"/>
              <a:gd name="connsiteX90" fmla="*/ 2894869 w 8334627"/>
              <a:gd name="connsiteY90" fmla="*/ 2341071 h 4794329"/>
              <a:gd name="connsiteX91" fmla="*/ 2894869 w 8334627"/>
              <a:gd name="connsiteY91" fmla="*/ 2043341 h 4794329"/>
              <a:gd name="connsiteX92" fmla="*/ 4876548 w 8334627"/>
              <a:gd name="connsiteY92" fmla="*/ 61662 h 4794329"/>
              <a:gd name="connsiteX93" fmla="*/ 5025413 w 8334627"/>
              <a:gd name="connsiteY93" fmla="*/ 0 h 4794329"/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0 w 8328384"/>
              <a:gd name="connsiteY27" fmla="*/ 1576410 h 4794329"/>
              <a:gd name="connsiteX28" fmla="*/ 677527 w 8328384"/>
              <a:gd name="connsiteY28" fmla="*/ 2253937 h 4794329"/>
              <a:gd name="connsiteX29" fmla="*/ 0 w 8328384"/>
              <a:gd name="connsiteY29" fmla="*/ 1576410 h 4794329"/>
              <a:gd name="connsiteX30" fmla="*/ 7665818 w 8328384"/>
              <a:gd name="connsiteY30" fmla="*/ 717042 h 4794329"/>
              <a:gd name="connsiteX31" fmla="*/ 7814683 w 8328384"/>
              <a:gd name="connsiteY31" fmla="*/ 778704 h 4794329"/>
              <a:gd name="connsiteX32" fmla="*/ 7814683 w 8328384"/>
              <a:gd name="connsiteY32" fmla="*/ 1076435 h 4794329"/>
              <a:gd name="connsiteX33" fmla="*/ 4739492 w 8328384"/>
              <a:gd name="connsiteY33" fmla="*/ 4151624 h 4794329"/>
              <a:gd name="connsiteX34" fmla="*/ 4441762 w 8328384"/>
              <a:gd name="connsiteY34" fmla="*/ 4151624 h 4794329"/>
              <a:gd name="connsiteX35" fmla="*/ 4441763 w 8328384"/>
              <a:gd name="connsiteY35" fmla="*/ 4151624 h 4794329"/>
              <a:gd name="connsiteX36" fmla="*/ 4441763 w 8328384"/>
              <a:gd name="connsiteY36" fmla="*/ 3853894 h 4794329"/>
              <a:gd name="connsiteX37" fmla="*/ 7516953 w 8328384"/>
              <a:gd name="connsiteY37" fmla="*/ 778704 h 4794329"/>
              <a:gd name="connsiteX38" fmla="*/ 7665818 w 8328384"/>
              <a:gd name="connsiteY38" fmla="*/ 717042 h 4794329"/>
              <a:gd name="connsiteX39" fmla="*/ 7109580 w 8328384"/>
              <a:gd name="connsiteY39" fmla="*/ 598413 h 4794329"/>
              <a:gd name="connsiteX40" fmla="*/ 7258445 w 8328384"/>
              <a:gd name="connsiteY40" fmla="*/ 660075 h 4794329"/>
              <a:gd name="connsiteX41" fmla="*/ 7258445 w 8328384"/>
              <a:gd name="connsiteY41" fmla="*/ 957805 h 4794329"/>
              <a:gd name="connsiteX42" fmla="*/ 3512618 w 8328384"/>
              <a:gd name="connsiteY42" fmla="*/ 4703631 h 4794329"/>
              <a:gd name="connsiteX43" fmla="*/ 3214888 w 8328384"/>
              <a:gd name="connsiteY43" fmla="*/ 4703631 h 4794329"/>
              <a:gd name="connsiteX44" fmla="*/ 3214889 w 8328384"/>
              <a:gd name="connsiteY44" fmla="*/ 4703631 h 4794329"/>
              <a:gd name="connsiteX45" fmla="*/ 3214889 w 8328384"/>
              <a:gd name="connsiteY45" fmla="*/ 4405901 h 4794329"/>
              <a:gd name="connsiteX46" fmla="*/ 6960715 w 8328384"/>
              <a:gd name="connsiteY46" fmla="*/ 660075 h 4794329"/>
              <a:gd name="connsiteX47" fmla="*/ 7109580 w 8328384"/>
              <a:gd name="connsiteY47" fmla="*/ 598413 h 4794329"/>
              <a:gd name="connsiteX48" fmla="*/ 5839303 w 8328384"/>
              <a:gd name="connsiteY48" fmla="*/ 530016 h 4794329"/>
              <a:gd name="connsiteX49" fmla="*/ 5988168 w 8328384"/>
              <a:gd name="connsiteY49" fmla="*/ 591677 h 4794329"/>
              <a:gd name="connsiteX50" fmla="*/ 5988168 w 8328384"/>
              <a:gd name="connsiteY50" fmla="*/ 889408 h 4794329"/>
              <a:gd name="connsiteX51" fmla="*/ 2912977 w 8328384"/>
              <a:gd name="connsiteY51" fmla="*/ 3964597 h 4794329"/>
              <a:gd name="connsiteX52" fmla="*/ 2615248 w 8328384"/>
              <a:gd name="connsiteY52" fmla="*/ 3964597 h 4794329"/>
              <a:gd name="connsiteX53" fmla="*/ 2615249 w 8328384"/>
              <a:gd name="connsiteY53" fmla="*/ 3964597 h 4794329"/>
              <a:gd name="connsiteX54" fmla="*/ 2615249 w 8328384"/>
              <a:gd name="connsiteY54" fmla="*/ 3666867 h 4794329"/>
              <a:gd name="connsiteX55" fmla="*/ 5690438 w 8328384"/>
              <a:gd name="connsiteY55" fmla="*/ 591677 h 4794329"/>
              <a:gd name="connsiteX56" fmla="*/ 5839303 w 8328384"/>
              <a:gd name="connsiteY56" fmla="*/ 530016 h 4794329"/>
              <a:gd name="connsiteX57" fmla="*/ 6693121 w 8328384"/>
              <a:gd name="connsiteY57" fmla="*/ 347526 h 4794329"/>
              <a:gd name="connsiteX58" fmla="*/ 6841986 w 8328384"/>
              <a:gd name="connsiteY58" fmla="*/ 409188 h 4794329"/>
              <a:gd name="connsiteX59" fmla="*/ 6841986 w 8328384"/>
              <a:gd name="connsiteY59" fmla="*/ 706919 h 4794329"/>
              <a:gd name="connsiteX60" fmla="*/ 3766795 w 8328384"/>
              <a:gd name="connsiteY60" fmla="*/ 3782108 h 4794329"/>
              <a:gd name="connsiteX61" fmla="*/ 3469065 w 8328384"/>
              <a:gd name="connsiteY61" fmla="*/ 3782108 h 4794329"/>
              <a:gd name="connsiteX62" fmla="*/ 3469066 w 8328384"/>
              <a:gd name="connsiteY62" fmla="*/ 3782108 h 4794329"/>
              <a:gd name="connsiteX63" fmla="*/ 3469066 w 8328384"/>
              <a:gd name="connsiteY63" fmla="*/ 3484378 h 4794329"/>
              <a:gd name="connsiteX64" fmla="*/ 6544256 w 8328384"/>
              <a:gd name="connsiteY64" fmla="*/ 409188 h 4794329"/>
              <a:gd name="connsiteX65" fmla="*/ 6693121 w 8328384"/>
              <a:gd name="connsiteY65" fmla="*/ 347526 h 4794329"/>
              <a:gd name="connsiteX66" fmla="*/ 4217989 w 8328384"/>
              <a:gd name="connsiteY66" fmla="*/ 126303 h 4794329"/>
              <a:gd name="connsiteX67" fmla="*/ 4366854 w 8328384"/>
              <a:gd name="connsiteY67" fmla="*/ 187965 h 4794329"/>
              <a:gd name="connsiteX68" fmla="*/ 4366854 w 8328384"/>
              <a:gd name="connsiteY68" fmla="*/ 485695 h 4794329"/>
              <a:gd name="connsiteX69" fmla="*/ 3108136 w 8328384"/>
              <a:gd name="connsiteY69" fmla="*/ 1744412 h 4794329"/>
              <a:gd name="connsiteX70" fmla="*/ 2810405 w 8328384"/>
              <a:gd name="connsiteY70" fmla="*/ 1744412 h 4794329"/>
              <a:gd name="connsiteX71" fmla="*/ 2810407 w 8328384"/>
              <a:gd name="connsiteY71" fmla="*/ 1744412 h 4794329"/>
              <a:gd name="connsiteX72" fmla="*/ 2810407 w 8328384"/>
              <a:gd name="connsiteY72" fmla="*/ 1446682 h 4794329"/>
              <a:gd name="connsiteX73" fmla="*/ 4069124 w 8328384"/>
              <a:gd name="connsiteY73" fmla="*/ 187965 h 4794329"/>
              <a:gd name="connsiteX74" fmla="*/ 4217989 w 8328384"/>
              <a:gd name="connsiteY74" fmla="*/ 126303 h 4794329"/>
              <a:gd name="connsiteX75" fmla="*/ 5679047 w 8328384"/>
              <a:gd name="connsiteY75" fmla="*/ 18853 h 4794329"/>
              <a:gd name="connsiteX76" fmla="*/ 5827912 w 8328384"/>
              <a:gd name="connsiteY76" fmla="*/ 80515 h 4794329"/>
              <a:gd name="connsiteX77" fmla="*/ 5827912 w 8328384"/>
              <a:gd name="connsiteY77" fmla="*/ 378245 h 4794329"/>
              <a:gd name="connsiteX78" fmla="*/ 3106228 w 8328384"/>
              <a:gd name="connsiteY78" fmla="*/ 3099928 h 4794329"/>
              <a:gd name="connsiteX79" fmla="*/ 2808498 w 8328384"/>
              <a:gd name="connsiteY79" fmla="*/ 3099928 h 4794329"/>
              <a:gd name="connsiteX80" fmla="*/ 2808499 w 8328384"/>
              <a:gd name="connsiteY80" fmla="*/ 3099928 h 4794329"/>
              <a:gd name="connsiteX81" fmla="*/ 2808499 w 8328384"/>
              <a:gd name="connsiteY81" fmla="*/ 2802198 h 4794329"/>
              <a:gd name="connsiteX82" fmla="*/ 5530182 w 8328384"/>
              <a:gd name="connsiteY82" fmla="*/ 80515 h 4794329"/>
              <a:gd name="connsiteX83" fmla="*/ 5679047 w 8328384"/>
              <a:gd name="connsiteY83" fmla="*/ 18853 h 4794329"/>
              <a:gd name="connsiteX84" fmla="*/ 5019170 w 8328384"/>
              <a:gd name="connsiteY84" fmla="*/ 0 h 4794329"/>
              <a:gd name="connsiteX85" fmla="*/ 5168035 w 8328384"/>
              <a:gd name="connsiteY85" fmla="*/ 61662 h 4794329"/>
              <a:gd name="connsiteX86" fmla="*/ 5168035 w 8328384"/>
              <a:gd name="connsiteY86" fmla="*/ 359392 h 4794329"/>
              <a:gd name="connsiteX87" fmla="*/ 3186355 w 8328384"/>
              <a:gd name="connsiteY87" fmla="*/ 2341071 h 4794329"/>
              <a:gd name="connsiteX88" fmla="*/ 2888624 w 8328384"/>
              <a:gd name="connsiteY88" fmla="*/ 2341071 h 4794329"/>
              <a:gd name="connsiteX89" fmla="*/ 2888626 w 8328384"/>
              <a:gd name="connsiteY89" fmla="*/ 2341071 h 4794329"/>
              <a:gd name="connsiteX90" fmla="*/ 2888626 w 8328384"/>
              <a:gd name="connsiteY90" fmla="*/ 2043341 h 4794329"/>
              <a:gd name="connsiteX91" fmla="*/ 4870305 w 8328384"/>
              <a:gd name="connsiteY91" fmla="*/ 61662 h 4794329"/>
              <a:gd name="connsiteX92" fmla="*/ 5019170 w 8328384"/>
              <a:gd name="connsiteY92" fmla="*/ 0 h 4794329"/>
              <a:gd name="connsiteX0" fmla="*/ 4633897 w 5774797"/>
              <a:gd name="connsiteY0" fmla="*/ 3202389 h 4794329"/>
              <a:gd name="connsiteX1" fmla="*/ 4782762 w 5774797"/>
              <a:gd name="connsiteY1" fmla="*/ 3264051 h 4794329"/>
              <a:gd name="connsiteX2" fmla="*/ 4782762 w 5774797"/>
              <a:gd name="connsiteY2" fmla="*/ 3561781 h 4794329"/>
              <a:gd name="connsiteX3" fmla="*/ 4122323 w 5774797"/>
              <a:gd name="connsiteY3" fmla="*/ 4222219 h 4794329"/>
              <a:gd name="connsiteX4" fmla="*/ 3824593 w 5774797"/>
              <a:gd name="connsiteY4" fmla="*/ 4222219 h 4794329"/>
              <a:gd name="connsiteX5" fmla="*/ 3824594 w 5774797"/>
              <a:gd name="connsiteY5" fmla="*/ 4222219 h 4794329"/>
              <a:gd name="connsiteX6" fmla="*/ 3824594 w 5774797"/>
              <a:gd name="connsiteY6" fmla="*/ 3924488 h 4794329"/>
              <a:gd name="connsiteX7" fmla="*/ 4485032 w 5774797"/>
              <a:gd name="connsiteY7" fmla="*/ 3264051 h 4794329"/>
              <a:gd name="connsiteX8" fmla="*/ 4633897 w 5774797"/>
              <a:gd name="connsiteY8" fmla="*/ 3202389 h 4794329"/>
              <a:gd name="connsiteX9" fmla="*/ 4600666 w 5774797"/>
              <a:gd name="connsiteY9" fmla="*/ 1896653 h 4794329"/>
              <a:gd name="connsiteX10" fmla="*/ 4749531 w 5774797"/>
              <a:gd name="connsiteY10" fmla="*/ 1958315 h 4794329"/>
              <a:gd name="connsiteX11" fmla="*/ 4749531 w 5774797"/>
              <a:gd name="connsiteY11" fmla="*/ 2256046 h 4794329"/>
              <a:gd name="connsiteX12" fmla="*/ 2272908 w 5774797"/>
              <a:gd name="connsiteY12" fmla="*/ 4732667 h 4794329"/>
              <a:gd name="connsiteX13" fmla="*/ 1975178 w 5774797"/>
              <a:gd name="connsiteY13" fmla="*/ 4732667 h 4794329"/>
              <a:gd name="connsiteX14" fmla="*/ 1975180 w 5774797"/>
              <a:gd name="connsiteY14" fmla="*/ 4732667 h 4794329"/>
              <a:gd name="connsiteX15" fmla="*/ 1975180 w 5774797"/>
              <a:gd name="connsiteY15" fmla="*/ 4434937 h 4794329"/>
              <a:gd name="connsiteX16" fmla="*/ 4451801 w 5774797"/>
              <a:gd name="connsiteY16" fmla="*/ 1958315 h 4794329"/>
              <a:gd name="connsiteX17" fmla="*/ 4600666 w 5774797"/>
              <a:gd name="connsiteY17" fmla="*/ 1896653 h 4794329"/>
              <a:gd name="connsiteX18" fmla="*/ 5564270 w 5774797"/>
              <a:gd name="connsiteY18" fmla="*/ 1606041 h 4794329"/>
              <a:gd name="connsiteX19" fmla="*/ 5713135 w 5774797"/>
              <a:gd name="connsiteY19" fmla="*/ 1667703 h 4794329"/>
              <a:gd name="connsiteX20" fmla="*/ 5713135 w 5774797"/>
              <a:gd name="connsiteY20" fmla="*/ 1965433 h 4794329"/>
              <a:gd name="connsiteX21" fmla="*/ 3828060 w 5774797"/>
              <a:gd name="connsiteY21" fmla="*/ 3850507 h 4794329"/>
              <a:gd name="connsiteX22" fmla="*/ 3530330 w 5774797"/>
              <a:gd name="connsiteY22" fmla="*/ 3850507 h 4794329"/>
              <a:gd name="connsiteX23" fmla="*/ 3530331 w 5774797"/>
              <a:gd name="connsiteY23" fmla="*/ 3850507 h 4794329"/>
              <a:gd name="connsiteX24" fmla="*/ 3530331 w 5774797"/>
              <a:gd name="connsiteY24" fmla="*/ 3552777 h 4794329"/>
              <a:gd name="connsiteX25" fmla="*/ 5415405 w 5774797"/>
              <a:gd name="connsiteY25" fmla="*/ 1667703 h 4794329"/>
              <a:gd name="connsiteX26" fmla="*/ 5564270 w 5774797"/>
              <a:gd name="connsiteY26" fmla="*/ 1606041 h 4794329"/>
              <a:gd name="connsiteX27" fmla="*/ 5112231 w 5774797"/>
              <a:gd name="connsiteY27" fmla="*/ 717042 h 4794329"/>
              <a:gd name="connsiteX28" fmla="*/ 5261096 w 5774797"/>
              <a:gd name="connsiteY28" fmla="*/ 778704 h 4794329"/>
              <a:gd name="connsiteX29" fmla="*/ 5261096 w 5774797"/>
              <a:gd name="connsiteY29" fmla="*/ 1076435 h 4794329"/>
              <a:gd name="connsiteX30" fmla="*/ 2185905 w 5774797"/>
              <a:gd name="connsiteY30" fmla="*/ 4151624 h 4794329"/>
              <a:gd name="connsiteX31" fmla="*/ 1888175 w 5774797"/>
              <a:gd name="connsiteY31" fmla="*/ 4151624 h 4794329"/>
              <a:gd name="connsiteX32" fmla="*/ 1888176 w 5774797"/>
              <a:gd name="connsiteY32" fmla="*/ 4151624 h 4794329"/>
              <a:gd name="connsiteX33" fmla="*/ 1888176 w 5774797"/>
              <a:gd name="connsiteY33" fmla="*/ 3853894 h 4794329"/>
              <a:gd name="connsiteX34" fmla="*/ 4963366 w 5774797"/>
              <a:gd name="connsiteY34" fmla="*/ 778704 h 4794329"/>
              <a:gd name="connsiteX35" fmla="*/ 5112231 w 5774797"/>
              <a:gd name="connsiteY35" fmla="*/ 717042 h 4794329"/>
              <a:gd name="connsiteX36" fmla="*/ 4555993 w 5774797"/>
              <a:gd name="connsiteY36" fmla="*/ 598413 h 4794329"/>
              <a:gd name="connsiteX37" fmla="*/ 4704858 w 5774797"/>
              <a:gd name="connsiteY37" fmla="*/ 660075 h 4794329"/>
              <a:gd name="connsiteX38" fmla="*/ 4704858 w 5774797"/>
              <a:gd name="connsiteY38" fmla="*/ 957805 h 4794329"/>
              <a:gd name="connsiteX39" fmla="*/ 959031 w 5774797"/>
              <a:gd name="connsiteY39" fmla="*/ 4703631 h 4794329"/>
              <a:gd name="connsiteX40" fmla="*/ 661301 w 5774797"/>
              <a:gd name="connsiteY40" fmla="*/ 4703631 h 4794329"/>
              <a:gd name="connsiteX41" fmla="*/ 661302 w 5774797"/>
              <a:gd name="connsiteY41" fmla="*/ 4703631 h 4794329"/>
              <a:gd name="connsiteX42" fmla="*/ 661302 w 5774797"/>
              <a:gd name="connsiteY42" fmla="*/ 4405901 h 4794329"/>
              <a:gd name="connsiteX43" fmla="*/ 4407128 w 5774797"/>
              <a:gd name="connsiteY43" fmla="*/ 660075 h 4794329"/>
              <a:gd name="connsiteX44" fmla="*/ 4555993 w 5774797"/>
              <a:gd name="connsiteY44" fmla="*/ 598413 h 4794329"/>
              <a:gd name="connsiteX45" fmla="*/ 3285716 w 5774797"/>
              <a:gd name="connsiteY45" fmla="*/ 530016 h 4794329"/>
              <a:gd name="connsiteX46" fmla="*/ 3434581 w 5774797"/>
              <a:gd name="connsiteY46" fmla="*/ 591677 h 4794329"/>
              <a:gd name="connsiteX47" fmla="*/ 3434581 w 5774797"/>
              <a:gd name="connsiteY47" fmla="*/ 889408 h 4794329"/>
              <a:gd name="connsiteX48" fmla="*/ 359390 w 5774797"/>
              <a:gd name="connsiteY48" fmla="*/ 3964597 h 4794329"/>
              <a:gd name="connsiteX49" fmla="*/ 61661 w 5774797"/>
              <a:gd name="connsiteY49" fmla="*/ 3964597 h 4794329"/>
              <a:gd name="connsiteX50" fmla="*/ 61662 w 5774797"/>
              <a:gd name="connsiteY50" fmla="*/ 3964597 h 4794329"/>
              <a:gd name="connsiteX51" fmla="*/ 61662 w 5774797"/>
              <a:gd name="connsiteY51" fmla="*/ 3666867 h 4794329"/>
              <a:gd name="connsiteX52" fmla="*/ 3136851 w 5774797"/>
              <a:gd name="connsiteY52" fmla="*/ 591677 h 4794329"/>
              <a:gd name="connsiteX53" fmla="*/ 3285716 w 5774797"/>
              <a:gd name="connsiteY53" fmla="*/ 530016 h 4794329"/>
              <a:gd name="connsiteX54" fmla="*/ 4139534 w 5774797"/>
              <a:gd name="connsiteY54" fmla="*/ 347526 h 4794329"/>
              <a:gd name="connsiteX55" fmla="*/ 4288399 w 5774797"/>
              <a:gd name="connsiteY55" fmla="*/ 409188 h 4794329"/>
              <a:gd name="connsiteX56" fmla="*/ 4288399 w 5774797"/>
              <a:gd name="connsiteY56" fmla="*/ 706919 h 4794329"/>
              <a:gd name="connsiteX57" fmla="*/ 1213208 w 5774797"/>
              <a:gd name="connsiteY57" fmla="*/ 3782108 h 4794329"/>
              <a:gd name="connsiteX58" fmla="*/ 915478 w 5774797"/>
              <a:gd name="connsiteY58" fmla="*/ 3782108 h 4794329"/>
              <a:gd name="connsiteX59" fmla="*/ 915479 w 5774797"/>
              <a:gd name="connsiteY59" fmla="*/ 3782108 h 4794329"/>
              <a:gd name="connsiteX60" fmla="*/ 915479 w 5774797"/>
              <a:gd name="connsiteY60" fmla="*/ 3484378 h 4794329"/>
              <a:gd name="connsiteX61" fmla="*/ 3990669 w 5774797"/>
              <a:gd name="connsiteY61" fmla="*/ 409188 h 4794329"/>
              <a:gd name="connsiteX62" fmla="*/ 4139534 w 5774797"/>
              <a:gd name="connsiteY62" fmla="*/ 347526 h 4794329"/>
              <a:gd name="connsiteX63" fmla="*/ 1664402 w 5774797"/>
              <a:gd name="connsiteY63" fmla="*/ 126303 h 4794329"/>
              <a:gd name="connsiteX64" fmla="*/ 1813267 w 5774797"/>
              <a:gd name="connsiteY64" fmla="*/ 187965 h 4794329"/>
              <a:gd name="connsiteX65" fmla="*/ 1813267 w 5774797"/>
              <a:gd name="connsiteY65" fmla="*/ 485695 h 4794329"/>
              <a:gd name="connsiteX66" fmla="*/ 554549 w 5774797"/>
              <a:gd name="connsiteY66" fmla="*/ 1744412 h 4794329"/>
              <a:gd name="connsiteX67" fmla="*/ 256818 w 5774797"/>
              <a:gd name="connsiteY67" fmla="*/ 1744412 h 4794329"/>
              <a:gd name="connsiteX68" fmla="*/ 256820 w 5774797"/>
              <a:gd name="connsiteY68" fmla="*/ 1744412 h 4794329"/>
              <a:gd name="connsiteX69" fmla="*/ 256820 w 5774797"/>
              <a:gd name="connsiteY69" fmla="*/ 1446682 h 4794329"/>
              <a:gd name="connsiteX70" fmla="*/ 1515537 w 5774797"/>
              <a:gd name="connsiteY70" fmla="*/ 187965 h 4794329"/>
              <a:gd name="connsiteX71" fmla="*/ 1664402 w 5774797"/>
              <a:gd name="connsiteY71" fmla="*/ 126303 h 4794329"/>
              <a:gd name="connsiteX72" fmla="*/ 3125460 w 5774797"/>
              <a:gd name="connsiteY72" fmla="*/ 18853 h 4794329"/>
              <a:gd name="connsiteX73" fmla="*/ 3274325 w 5774797"/>
              <a:gd name="connsiteY73" fmla="*/ 80515 h 4794329"/>
              <a:gd name="connsiteX74" fmla="*/ 3274325 w 5774797"/>
              <a:gd name="connsiteY74" fmla="*/ 378245 h 4794329"/>
              <a:gd name="connsiteX75" fmla="*/ 552641 w 5774797"/>
              <a:gd name="connsiteY75" fmla="*/ 3099928 h 4794329"/>
              <a:gd name="connsiteX76" fmla="*/ 254911 w 5774797"/>
              <a:gd name="connsiteY76" fmla="*/ 3099928 h 4794329"/>
              <a:gd name="connsiteX77" fmla="*/ 254912 w 5774797"/>
              <a:gd name="connsiteY77" fmla="*/ 3099928 h 4794329"/>
              <a:gd name="connsiteX78" fmla="*/ 254912 w 5774797"/>
              <a:gd name="connsiteY78" fmla="*/ 2802198 h 4794329"/>
              <a:gd name="connsiteX79" fmla="*/ 2976595 w 5774797"/>
              <a:gd name="connsiteY79" fmla="*/ 80515 h 4794329"/>
              <a:gd name="connsiteX80" fmla="*/ 3125460 w 5774797"/>
              <a:gd name="connsiteY80" fmla="*/ 18853 h 4794329"/>
              <a:gd name="connsiteX81" fmla="*/ 2465583 w 5774797"/>
              <a:gd name="connsiteY81" fmla="*/ 0 h 4794329"/>
              <a:gd name="connsiteX82" fmla="*/ 2614448 w 5774797"/>
              <a:gd name="connsiteY82" fmla="*/ 61662 h 4794329"/>
              <a:gd name="connsiteX83" fmla="*/ 2614448 w 5774797"/>
              <a:gd name="connsiteY83" fmla="*/ 359392 h 4794329"/>
              <a:gd name="connsiteX84" fmla="*/ 632768 w 5774797"/>
              <a:gd name="connsiteY84" fmla="*/ 2341071 h 4794329"/>
              <a:gd name="connsiteX85" fmla="*/ 335037 w 5774797"/>
              <a:gd name="connsiteY85" fmla="*/ 2341071 h 4794329"/>
              <a:gd name="connsiteX86" fmla="*/ 335039 w 5774797"/>
              <a:gd name="connsiteY86" fmla="*/ 2341071 h 4794329"/>
              <a:gd name="connsiteX87" fmla="*/ 335039 w 5774797"/>
              <a:gd name="connsiteY87" fmla="*/ 2043341 h 4794329"/>
              <a:gd name="connsiteX88" fmla="*/ 2316718 w 5774797"/>
              <a:gd name="connsiteY88" fmla="*/ 61662 h 4794329"/>
              <a:gd name="connsiteX89" fmla="*/ 2465583 w 5774797"/>
              <a:gd name="connsiteY89" fmla="*/ 0 h 479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774797" h="4794329">
                <a:moveTo>
                  <a:pt x="4633897" y="3202389"/>
                </a:moveTo>
                <a:cubicBezTo>
                  <a:pt x="4687776" y="3202389"/>
                  <a:pt x="4741654" y="3222943"/>
                  <a:pt x="4782762" y="3264051"/>
                </a:cubicBezTo>
                <a:cubicBezTo>
                  <a:pt x="4864978" y="3346267"/>
                  <a:pt x="4864978" y="3479565"/>
                  <a:pt x="4782762" y="3561781"/>
                </a:cubicBezTo>
                <a:lnTo>
                  <a:pt x="4122323" y="4222219"/>
                </a:lnTo>
                <a:cubicBezTo>
                  <a:pt x="4040107" y="4304435"/>
                  <a:pt x="3906809" y="4304435"/>
                  <a:pt x="3824593" y="4222219"/>
                </a:cubicBezTo>
                <a:lnTo>
                  <a:pt x="3824594" y="4222219"/>
                </a:lnTo>
                <a:cubicBezTo>
                  <a:pt x="3742378" y="4140003"/>
                  <a:pt x="3742378" y="4006704"/>
                  <a:pt x="3824594" y="3924488"/>
                </a:cubicBezTo>
                <a:lnTo>
                  <a:pt x="4485032" y="3264051"/>
                </a:lnTo>
                <a:cubicBezTo>
                  <a:pt x="4526140" y="3222943"/>
                  <a:pt x="4580018" y="3202389"/>
                  <a:pt x="4633897" y="3202389"/>
                </a:cubicBezTo>
                <a:close/>
                <a:moveTo>
                  <a:pt x="4600666" y="1896653"/>
                </a:moveTo>
                <a:cubicBezTo>
                  <a:pt x="4654544" y="1896653"/>
                  <a:pt x="4708423" y="1917207"/>
                  <a:pt x="4749531" y="1958315"/>
                </a:cubicBezTo>
                <a:cubicBezTo>
                  <a:pt x="4831747" y="2040531"/>
                  <a:pt x="4831747" y="2173830"/>
                  <a:pt x="4749531" y="2256046"/>
                </a:cubicBezTo>
                <a:lnTo>
                  <a:pt x="2272908" y="4732667"/>
                </a:lnTo>
                <a:cubicBezTo>
                  <a:pt x="2190692" y="4814883"/>
                  <a:pt x="2057394" y="4814883"/>
                  <a:pt x="1975178" y="4732667"/>
                </a:cubicBezTo>
                <a:lnTo>
                  <a:pt x="1975180" y="4732667"/>
                </a:lnTo>
                <a:cubicBezTo>
                  <a:pt x="1892964" y="4650451"/>
                  <a:pt x="1892964" y="4517153"/>
                  <a:pt x="1975180" y="4434937"/>
                </a:cubicBezTo>
                <a:lnTo>
                  <a:pt x="4451801" y="1958315"/>
                </a:lnTo>
                <a:cubicBezTo>
                  <a:pt x="4492909" y="1917207"/>
                  <a:pt x="4546787" y="1896653"/>
                  <a:pt x="4600666" y="1896653"/>
                </a:cubicBezTo>
                <a:close/>
                <a:moveTo>
                  <a:pt x="5564270" y="1606041"/>
                </a:moveTo>
                <a:cubicBezTo>
                  <a:pt x="5618148" y="1606041"/>
                  <a:pt x="5672027" y="1626595"/>
                  <a:pt x="5713135" y="1667703"/>
                </a:cubicBezTo>
                <a:cubicBezTo>
                  <a:pt x="5795351" y="1749919"/>
                  <a:pt x="5795351" y="1883217"/>
                  <a:pt x="5713135" y="1965433"/>
                </a:cubicBezTo>
                <a:lnTo>
                  <a:pt x="3828060" y="3850507"/>
                </a:lnTo>
                <a:cubicBezTo>
                  <a:pt x="3745844" y="3932723"/>
                  <a:pt x="3612546" y="3932723"/>
                  <a:pt x="3530330" y="3850507"/>
                </a:cubicBezTo>
                <a:lnTo>
                  <a:pt x="3530331" y="3850507"/>
                </a:lnTo>
                <a:cubicBezTo>
                  <a:pt x="3448115" y="3768291"/>
                  <a:pt x="3448115" y="3634993"/>
                  <a:pt x="3530331" y="3552777"/>
                </a:cubicBezTo>
                <a:lnTo>
                  <a:pt x="5415405" y="1667703"/>
                </a:lnTo>
                <a:cubicBezTo>
                  <a:pt x="5456513" y="1626595"/>
                  <a:pt x="5510391" y="1606041"/>
                  <a:pt x="5564270" y="1606041"/>
                </a:cubicBezTo>
                <a:close/>
                <a:moveTo>
                  <a:pt x="5112231" y="717042"/>
                </a:moveTo>
                <a:cubicBezTo>
                  <a:pt x="5166109" y="717042"/>
                  <a:pt x="5219988" y="737596"/>
                  <a:pt x="5261096" y="778704"/>
                </a:cubicBezTo>
                <a:cubicBezTo>
                  <a:pt x="5343312" y="860920"/>
                  <a:pt x="5343312" y="994218"/>
                  <a:pt x="5261096" y="1076435"/>
                </a:cubicBezTo>
                <a:lnTo>
                  <a:pt x="2185905" y="4151624"/>
                </a:lnTo>
                <a:cubicBezTo>
                  <a:pt x="2103689" y="4233840"/>
                  <a:pt x="1970391" y="4233840"/>
                  <a:pt x="1888175" y="4151624"/>
                </a:cubicBezTo>
                <a:lnTo>
                  <a:pt x="1888176" y="4151624"/>
                </a:lnTo>
                <a:cubicBezTo>
                  <a:pt x="1805960" y="4069408"/>
                  <a:pt x="1805960" y="3936110"/>
                  <a:pt x="1888176" y="3853894"/>
                </a:cubicBezTo>
                <a:lnTo>
                  <a:pt x="4963366" y="778704"/>
                </a:lnTo>
                <a:cubicBezTo>
                  <a:pt x="5004474" y="737596"/>
                  <a:pt x="5058352" y="717042"/>
                  <a:pt x="5112231" y="717042"/>
                </a:cubicBezTo>
                <a:close/>
                <a:moveTo>
                  <a:pt x="4555993" y="598413"/>
                </a:moveTo>
                <a:cubicBezTo>
                  <a:pt x="4609872" y="598413"/>
                  <a:pt x="4663750" y="618967"/>
                  <a:pt x="4704858" y="660075"/>
                </a:cubicBezTo>
                <a:cubicBezTo>
                  <a:pt x="4787074" y="742291"/>
                  <a:pt x="4787074" y="875589"/>
                  <a:pt x="4704858" y="957805"/>
                </a:cubicBezTo>
                <a:lnTo>
                  <a:pt x="959031" y="4703631"/>
                </a:lnTo>
                <a:cubicBezTo>
                  <a:pt x="876815" y="4785847"/>
                  <a:pt x="743517" y="4785847"/>
                  <a:pt x="661301" y="4703631"/>
                </a:cubicBezTo>
                <a:lnTo>
                  <a:pt x="661302" y="4703631"/>
                </a:lnTo>
                <a:cubicBezTo>
                  <a:pt x="579087" y="4621415"/>
                  <a:pt x="579087" y="4488117"/>
                  <a:pt x="661302" y="4405901"/>
                </a:cubicBezTo>
                <a:lnTo>
                  <a:pt x="4407128" y="660075"/>
                </a:lnTo>
                <a:cubicBezTo>
                  <a:pt x="4448236" y="618967"/>
                  <a:pt x="4502115" y="598413"/>
                  <a:pt x="4555993" y="598413"/>
                </a:cubicBezTo>
                <a:close/>
                <a:moveTo>
                  <a:pt x="3285716" y="530016"/>
                </a:moveTo>
                <a:cubicBezTo>
                  <a:pt x="3339595" y="530015"/>
                  <a:pt x="3393473" y="550569"/>
                  <a:pt x="3434581" y="591677"/>
                </a:cubicBezTo>
                <a:cubicBezTo>
                  <a:pt x="3516797" y="673894"/>
                  <a:pt x="3516797" y="807191"/>
                  <a:pt x="3434581" y="889408"/>
                </a:cubicBezTo>
                <a:lnTo>
                  <a:pt x="359390" y="3964597"/>
                </a:lnTo>
                <a:cubicBezTo>
                  <a:pt x="277175" y="4046813"/>
                  <a:pt x="143876" y="4046813"/>
                  <a:pt x="61661" y="3964597"/>
                </a:cubicBezTo>
                <a:lnTo>
                  <a:pt x="61662" y="3964597"/>
                </a:lnTo>
                <a:cubicBezTo>
                  <a:pt x="-20554" y="3882381"/>
                  <a:pt x="-20554" y="3749083"/>
                  <a:pt x="61662" y="3666867"/>
                </a:cubicBezTo>
                <a:lnTo>
                  <a:pt x="3136851" y="591677"/>
                </a:lnTo>
                <a:cubicBezTo>
                  <a:pt x="3177959" y="550569"/>
                  <a:pt x="3231837" y="530015"/>
                  <a:pt x="3285716" y="530016"/>
                </a:cubicBezTo>
                <a:close/>
                <a:moveTo>
                  <a:pt x="4139534" y="347526"/>
                </a:moveTo>
                <a:cubicBezTo>
                  <a:pt x="4193413" y="347526"/>
                  <a:pt x="4247291" y="368080"/>
                  <a:pt x="4288399" y="409188"/>
                </a:cubicBezTo>
                <a:cubicBezTo>
                  <a:pt x="4370615" y="491405"/>
                  <a:pt x="4370615" y="624702"/>
                  <a:pt x="4288399" y="706919"/>
                </a:cubicBezTo>
                <a:lnTo>
                  <a:pt x="1213208" y="3782108"/>
                </a:lnTo>
                <a:cubicBezTo>
                  <a:pt x="1130992" y="3864324"/>
                  <a:pt x="997694" y="3864324"/>
                  <a:pt x="915478" y="3782108"/>
                </a:cubicBezTo>
                <a:lnTo>
                  <a:pt x="915479" y="3782108"/>
                </a:lnTo>
                <a:cubicBezTo>
                  <a:pt x="833263" y="3699892"/>
                  <a:pt x="833263" y="3566594"/>
                  <a:pt x="915479" y="3484378"/>
                </a:cubicBezTo>
                <a:lnTo>
                  <a:pt x="3990669" y="409188"/>
                </a:lnTo>
                <a:cubicBezTo>
                  <a:pt x="4031777" y="368080"/>
                  <a:pt x="4085655" y="347526"/>
                  <a:pt x="4139534" y="347526"/>
                </a:cubicBezTo>
                <a:close/>
                <a:moveTo>
                  <a:pt x="1664402" y="126303"/>
                </a:moveTo>
                <a:cubicBezTo>
                  <a:pt x="1718280" y="126303"/>
                  <a:pt x="1772159" y="146856"/>
                  <a:pt x="1813267" y="187965"/>
                </a:cubicBezTo>
                <a:cubicBezTo>
                  <a:pt x="1895483" y="270181"/>
                  <a:pt x="1895483" y="403479"/>
                  <a:pt x="1813267" y="485695"/>
                </a:cubicBezTo>
                <a:lnTo>
                  <a:pt x="554549" y="1744412"/>
                </a:lnTo>
                <a:cubicBezTo>
                  <a:pt x="472333" y="1826628"/>
                  <a:pt x="339035" y="1826628"/>
                  <a:pt x="256818" y="1744412"/>
                </a:cubicBezTo>
                <a:lnTo>
                  <a:pt x="256820" y="1744412"/>
                </a:lnTo>
                <a:cubicBezTo>
                  <a:pt x="174605" y="1662196"/>
                  <a:pt x="174605" y="1528898"/>
                  <a:pt x="256820" y="1446682"/>
                </a:cubicBezTo>
                <a:lnTo>
                  <a:pt x="1515537" y="187965"/>
                </a:lnTo>
                <a:cubicBezTo>
                  <a:pt x="1556645" y="146856"/>
                  <a:pt x="1610523" y="126303"/>
                  <a:pt x="1664402" y="126303"/>
                </a:cubicBezTo>
                <a:close/>
                <a:moveTo>
                  <a:pt x="3125460" y="18853"/>
                </a:moveTo>
                <a:cubicBezTo>
                  <a:pt x="3179339" y="18853"/>
                  <a:pt x="3233217" y="39407"/>
                  <a:pt x="3274325" y="80515"/>
                </a:cubicBezTo>
                <a:cubicBezTo>
                  <a:pt x="3356541" y="162731"/>
                  <a:pt x="3356541" y="296029"/>
                  <a:pt x="3274325" y="378245"/>
                </a:cubicBezTo>
                <a:lnTo>
                  <a:pt x="552641" y="3099928"/>
                </a:lnTo>
                <a:cubicBezTo>
                  <a:pt x="470425" y="3182144"/>
                  <a:pt x="337126" y="3182144"/>
                  <a:pt x="254911" y="3099928"/>
                </a:cubicBezTo>
                <a:lnTo>
                  <a:pt x="254912" y="3099928"/>
                </a:lnTo>
                <a:cubicBezTo>
                  <a:pt x="172696" y="3017712"/>
                  <a:pt x="172696" y="2884414"/>
                  <a:pt x="254912" y="2802198"/>
                </a:cubicBezTo>
                <a:lnTo>
                  <a:pt x="2976595" y="80515"/>
                </a:lnTo>
                <a:cubicBezTo>
                  <a:pt x="3017703" y="39407"/>
                  <a:pt x="3071581" y="18853"/>
                  <a:pt x="3125460" y="18853"/>
                </a:cubicBezTo>
                <a:close/>
                <a:moveTo>
                  <a:pt x="2465583" y="0"/>
                </a:moveTo>
                <a:cubicBezTo>
                  <a:pt x="2519461" y="0"/>
                  <a:pt x="2573340" y="20554"/>
                  <a:pt x="2614448" y="61662"/>
                </a:cubicBezTo>
                <a:cubicBezTo>
                  <a:pt x="2696664" y="143878"/>
                  <a:pt x="2696664" y="277176"/>
                  <a:pt x="2614448" y="359392"/>
                </a:cubicBezTo>
                <a:lnTo>
                  <a:pt x="632768" y="2341071"/>
                </a:lnTo>
                <a:cubicBezTo>
                  <a:pt x="550552" y="2423287"/>
                  <a:pt x="417253" y="2423287"/>
                  <a:pt x="335037" y="2341071"/>
                </a:cubicBezTo>
                <a:lnTo>
                  <a:pt x="335039" y="2341071"/>
                </a:lnTo>
                <a:cubicBezTo>
                  <a:pt x="252822" y="2258855"/>
                  <a:pt x="252822" y="2125557"/>
                  <a:pt x="335039" y="2043341"/>
                </a:cubicBezTo>
                <a:lnTo>
                  <a:pt x="2316718" y="61662"/>
                </a:lnTo>
                <a:cubicBezTo>
                  <a:pt x="2357826" y="20554"/>
                  <a:pt x="2411704" y="0"/>
                  <a:pt x="2465583" y="0"/>
                </a:cubicBezTo>
                <a:close/>
              </a:path>
            </a:pathLst>
          </a:custGeom>
          <a:pattFill prst="pct20">
            <a:fgClr>
              <a:schemeClr val="bg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33" hasCustomPrompt="1"/>
          </p:nvPr>
        </p:nvSpPr>
        <p:spPr>
          <a:xfrm flipH="1">
            <a:off x="-584447" y="801512"/>
            <a:ext cx="4683926" cy="3816626"/>
          </a:xfrm>
          <a:custGeom>
            <a:avLst/>
            <a:gdLst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677527 w 8328384"/>
              <a:gd name="connsiteY27" fmla="*/ 898884 h 4794329"/>
              <a:gd name="connsiteX28" fmla="*/ 1028254 w 8328384"/>
              <a:gd name="connsiteY28" fmla="*/ 898884 h 4794329"/>
              <a:gd name="connsiteX29" fmla="*/ 1705781 w 8328384"/>
              <a:gd name="connsiteY29" fmla="*/ 1576410 h 4794329"/>
              <a:gd name="connsiteX30" fmla="*/ 1028254 w 8328384"/>
              <a:gd name="connsiteY30" fmla="*/ 2253937 h 4794329"/>
              <a:gd name="connsiteX31" fmla="*/ 677527 w 8328384"/>
              <a:gd name="connsiteY31" fmla="*/ 2253937 h 4794329"/>
              <a:gd name="connsiteX32" fmla="*/ 0 w 8328384"/>
              <a:gd name="connsiteY32" fmla="*/ 1576410 h 4794329"/>
              <a:gd name="connsiteX33" fmla="*/ 677527 w 8328384"/>
              <a:gd name="connsiteY33" fmla="*/ 898884 h 4794329"/>
              <a:gd name="connsiteX34" fmla="*/ 7665818 w 8328384"/>
              <a:gd name="connsiteY34" fmla="*/ 717042 h 4794329"/>
              <a:gd name="connsiteX35" fmla="*/ 7814683 w 8328384"/>
              <a:gd name="connsiteY35" fmla="*/ 778704 h 4794329"/>
              <a:gd name="connsiteX36" fmla="*/ 7814683 w 8328384"/>
              <a:gd name="connsiteY36" fmla="*/ 1076435 h 4794329"/>
              <a:gd name="connsiteX37" fmla="*/ 4739492 w 8328384"/>
              <a:gd name="connsiteY37" fmla="*/ 4151624 h 4794329"/>
              <a:gd name="connsiteX38" fmla="*/ 4441762 w 8328384"/>
              <a:gd name="connsiteY38" fmla="*/ 4151624 h 4794329"/>
              <a:gd name="connsiteX39" fmla="*/ 4441763 w 8328384"/>
              <a:gd name="connsiteY39" fmla="*/ 4151624 h 4794329"/>
              <a:gd name="connsiteX40" fmla="*/ 4441763 w 8328384"/>
              <a:gd name="connsiteY40" fmla="*/ 3853894 h 4794329"/>
              <a:gd name="connsiteX41" fmla="*/ 7516953 w 8328384"/>
              <a:gd name="connsiteY41" fmla="*/ 778704 h 4794329"/>
              <a:gd name="connsiteX42" fmla="*/ 7665818 w 8328384"/>
              <a:gd name="connsiteY42" fmla="*/ 717042 h 4794329"/>
              <a:gd name="connsiteX43" fmla="*/ 7109580 w 8328384"/>
              <a:gd name="connsiteY43" fmla="*/ 598413 h 4794329"/>
              <a:gd name="connsiteX44" fmla="*/ 7258445 w 8328384"/>
              <a:gd name="connsiteY44" fmla="*/ 660075 h 4794329"/>
              <a:gd name="connsiteX45" fmla="*/ 7258445 w 8328384"/>
              <a:gd name="connsiteY45" fmla="*/ 957805 h 4794329"/>
              <a:gd name="connsiteX46" fmla="*/ 3512618 w 8328384"/>
              <a:gd name="connsiteY46" fmla="*/ 4703631 h 4794329"/>
              <a:gd name="connsiteX47" fmla="*/ 3214888 w 8328384"/>
              <a:gd name="connsiteY47" fmla="*/ 4703631 h 4794329"/>
              <a:gd name="connsiteX48" fmla="*/ 3214889 w 8328384"/>
              <a:gd name="connsiteY48" fmla="*/ 4703631 h 4794329"/>
              <a:gd name="connsiteX49" fmla="*/ 3214889 w 8328384"/>
              <a:gd name="connsiteY49" fmla="*/ 4405901 h 4794329"/>
              <a:gd name="connsiteX50" fmla="*/ 6960715 w 8328384"/>
              <a:gd name="connsiteY50" fmla="*/ 660075 h 4794329"/>
              <a:gd name="connsiteX51" fmla="*/ 7109580 w 8328384"/>
              <a:gd name="connsiteY51" fmla="*/ 598413 h 4794329"/>
              <a:gd name="connsiteX52" fmla="*/ 5839303 w 8328384"/>
              <a:gd name="connsiteY52" fmla="*/ 530016 h 4794329"/>
              <a:gd name="connsiteX53" fmla="*/ 5988168 w 8328384"/>
              <a:gd name="connsiteY53" fmla="*/ 591677 h 4794329"/>
              <a:gd name="connsiteX54" fmla="*/ 5988168 w 8328384"/>
              <a:gd name="connsiteY54" fmla="*/ 889408 h 4794329"/>
              <a:gd name="connsiteX55" fmla="*/ 2912977 w 8328384"/>
              <a:gd name="connsiteY55" fmla="*/ 3964597 h 4794329"/>
              <a:gd name="connsiteX56" fmla="*/ 2615248 w 8328384"/>
              <a:gd name="connsiteY56" fmla="*/ 3964597 h 4794329"/>
              <a:gd name="connsiteX57" fmla="*/ 2615249 w 8328384"/>
              <a:gd name="connsiteY57" fmla="*/ 3964597 h 4794329"/>
              <a:gd name="connsiteX58" fmla="*/ 2615249 w 8328384"/>
              <a:gd name="connsiteY58" fmla="*/ 3666867 h 4794329"/>
              <a:gd name="connsiteX59" fmla="*/ 5690438 w 8328384"/>
              <a:gd name="connsiteY59" fmla="*/ 591677 h 4794329"/>
              <a:gd name="connsiteX60" fmla="*/ 5839303 w 8328384"/>
              <a:gd name="connsiteY60" fmla="*/ 530016 h 4794329"/>
              <a:gd name="connsiteX61" fmla="*/ 6693121 w 8328384"/>
              <a:gd name="connsiteY61" fmla="*/ 347526 h 4794329"/>
              <a:gd name="connsiteX62" fmla="*/ 6841986 w 8328384"/>
              <a:gd name="connsiteY62" fmla="*/ 409188 h 4794329"/>
              <a:gd name="connsiteX63" fmla="*/ 6841986 w 8328384"/>
              <a:gd name="connsiteY63" fmla="*/ 706919 h 4794329"/>
              <a:gd name="connsiteX64" fmla="*/ 3766795 w 8328384"/>
              <a:gd name="connsiteY64" fmla="*/ 3782108 h 4794329"/>
              <a:gd name="connsiteX65" fmla="*/ 3469065 w 8328384"/>
              <a:gd name="connsiteY65" fmla="*/ 3782108 h 4794329"/>
              <a:gd name="connsiteX66" fmla="*/ 3469066 w 8328384"/>
              <a:gd name="connsiteY66" fmla="*/ 3782108 h 4794329"/>
              <a:gd name="connsiteX67" fmla="*/ 3469066 w 8328384"/>
              <a:gd name="connsiteY67" fmla="*/ 3484378 h 4794329"/>
              <a:gd name="connsiteX68" fmla="*/ 6544256 w 8328384"/>
              <a:gd name="connsiteY68" fmla="*/ 409188 h 4794329"/>
              <a:gd name="connsiteX69" fmla="*/ 6693121 w 8328384"/>
              <a:gd name="connsiteY69" fmla="*/ 347526 h 4794329"/>
              <a:gd name="connsiteX70" fmla="*/ 4217989 w 8328384"/>
              <a:gd name="connsiteY70" fmla="*/ 126303 h 4794329"/>
              <a:gd name="connsiteX71" fmla="*/ 4366854 w 8328384"/>
              <a:gd name="connsiteY71" fmla="*/ 187965 h 4794329"/>
              <a:gd name="connsiteX72" fmla="*/ 4366854 w 8328384"/>
              <a:gd name="connsiteY72" fmla="*/ 485695 h 4794329"/>
              <a:gd name="connsiteX73" fmla="*/ 3108136 w 8328384"/>
              <a:gd name="connsiteY73" fmla="*/ 1744412 h 4794329"/>
              <a:gd name="connsiteX74" fmla="*/ 2810405 w 8328384"/>
              <a:gd name="connsiteY74" fmla="*/ 1744412 h 4794329"/>
              <a:gd name="connsiteX75" fmla="*/ 2810407 w 8328384"/>
              <a:gd name="connsiteY75" fmla="*/ 1744412 h 4794329"/>
              <a:gd name="connsiteX76" fmla="*/ 2810407 w 8328384"/>
              <a:gd name="connsiteY76" fmla="*/ 1446682 h 4794329"/>
              <a:gd name="connsiteX77" fmla="*/ 4069124 w 8328384"/>
              <a:gd name="connsiteY77" fmla="*/ 187965 h 4794329"/>
              <a:gd name="connsiteX78" fmla="*/ 4217989 w 8328384"/>
              <a:gd name="connsiteY78" fmla="*/ 126303 h 4794329"/>
              <a:gd name="connsiteX79" fmla="*/ 5679047 w 8328384"/>
              <a:gd name="connsiteY79" fmla="*/ 18853 h 4794329"/>
              <a:gd name="connsiteX80" fmla="*/ 5827912 w 8328384"/>
              <a:gd name="connsiteY80" fmla="*/ 80515 h 4794329"/>
              <a:gd name="connsiteX81" fmla="*/ 5827912 w 8328384"/>
              <a:gd name="connsiteY81" fmla="*/ 378245 h 4794329"/>
              <a:gd name="connsiteX82" fmla="*/ 3106228 w 8328384"/>
              <a:gd name="connsiteY82" fmla="*/ 3099928 h 4794329"/>
              <a:gd name="connsiteX83" fmla="*/ 2808498 w 8328384"/>
              <a:gd name="connsiteY83" fmla="*/ 3099928 h 4794329"/>
              <a:gd name="connsiteX84" fmla="*/ 2808499 w 8328384"/>
              <a:gd name="connsiteY84" fmla="*/ 3099928 h 4794329"/>
              <a:gd name="connsiteX85" fmla="*/ 2808499 w 8328384"/>
              <a:gd name="connsiteY85" fmla="*/ 2802198 h 4794329"/>
              <a:gd name="connsiteX86" fmla="*/ 5530182 w 8328384"/>
              <a:gd name="connsiteY86" fmla="*/ 80515 h 4794329"/>
              <a:gd name="connsiteX87" fmla="*/ 5679047 w 8328384"/>
              <a:gd name="connsiteY87" fmla="*/ 18853 h 4794329"/>
              <a:gd name="connsiteX88" fmla="*/ 5019170 w 8328384"/>
              <a:gd name="connsiteY88" fmla="*/ 0 h 4794329"/>
              <a:gd name="connsiteX89" fmla="*/ 5168035 w 8328384"/>
              <a:gd name="connsiteY89" fmla="*/ 61662 h 4794329"/>
              <a:gd name="connsiteX90" fmla="*/ 5168035 w 8328384"/>
              <a:gd name="connsiteY90" fmla="*/ 359392 h 4794329"/>
              <a:gd name="connsiteX91" fmla="*/ 3186355 w 8328384"/>
              <a:gd name="connsiteY91" fmla="*/ 2341071 h 4794329"/>
              <a:gd name="connsiteX92" fmla="*/ 2888624 w 8328384"/>
              <a:gd name="connsiteY92" fmla="*/ 2341071 h 4794329"/>
              <a:gd name="connsiteX93" fmla="*/ 2888626 w 8328384"/>
              <a:gd name="connsiteY93" fmla="*/ 2341071 h 4794329"/>
              <a:gd name="connsiteX94" fmla="*/ 2888626 w 8328384"/>
              <a:gd name="connsiteY94" fmla="*/ 2043341 h 4794329"/>
              <a:gd name="connsiteX95" fmla="*/ 4870305 w 8328384"/>
              <a:gd name="connsiteY95" fmla="*/ 61662 h 4794329"/>
              <a:gd name="connsiteX96" fmla="*/ 5019170 w 8328384"/>
              <a:gd name="connsiteY96" fmla="*/ 0 h 4794329"/>
              <a:gd name="connsiteX0" fmla="*/ 7193726 w 8334626"/>
              <a:gd name="connsiteY0" fmla="*/ 3202389 h 4794329"/>
              <a:gd name="connsiteX1" fmla="*/ 7342591 w 8334626"/>
              <a:gd name="connsiteY1" fmla="*/ 3264051 h 4794329"/>
              <a:gd name="connsiteX2" fmla="*/ 7342591 w 8334626"/>
              <a:gd name="connsiteY2" fmla="*/ 3561781 h 4794329"/>
              <a:gd name="connsiteX3" fmla="*/ 6682152 w 8334626"/>
              <a:gd name="connsiteY3" fmla="*/ 4222219 h 4794329"/>
              <a:gd name="connsiteX4" fmla="*/ 6384422 w 8334626"/>
              <a:gd name="connsiteY4" fmla="*/ 4222219 h 4794329"/>
              <a:gd name="connsiteX5" fmla="*/ 6384423 w 8334626"/>
              <a:gd name="connsiteY5" fmla="*/ 4222219 h 4794329"/>
              <a:gd name="connsiteX6" fmla="*/ 6384423 w 8334626"/>
              <a:gd name="connsiteY6" fmla="*/ 3924488 h 4794329"/>
              <a:gd name="connsiteX7" fmla="*/ 7044861 w 8334626"/>
              <a:gd name="connsiteY7" fmla="*/ 3264051 h 4794329"/>
              <a:gd name="connsiteX8" fmla="*/ 7193726 w 8334626"/>
              <a:gd name="connsiteY8" fmla="*/ 3202389 h 4794329"/>
              <a:gd name="connsiteX9" fmla="*/ 7160495 w 8334626"/>
              <a:gd name="connsiteY9" fmla="*/ 1896653 h 4794329"/>
              <a:gd name="connsiteX10" fmla="*/ 7309360 w 8334626"/>
              <a:gd name="connsiteY10" fmla="*/ 1958315 h 4794329"/>
              <a:gd name="connsiteX11" fmla="*/ 7309360 w 8334626"/>
              <a:gd name="connsiteY11" fmla="*/ 2256046 h 4794329"/>
              <a:gd name="connsiteX12" fmla="*/ 4832737 w 8334626"/>
              <a:gd name="connsiteY12" fmla="*/ 4732667 h 4794329"/>
              <a:gd name="connsiteX13" fmla="*/ 4535007 w 8334626"/>
              <a:gd name="connsiteY13" fmla="*/ 4732667 h 4794329"/>
              <a:gd name="connsiteX14" fmla="*/ 4535009 w 8334626"/>
              <a:gd name="connsiteY14" fmla="*/ 4732667 h 4794329"/>
              <a:gd name="connsiteX15" fmla="*/ 4535009 w 8334626"/>
              <a:gd name="connsiteY15" fmla="*/ 4434937 h 4794329"/>
              <a:gd name="connsiteX16" fmla="*/ 7011630 w 8334626"/>
              <a:gd name="connsiteY16" fmla="*/ 1958315 h 4794329"/>
              <a:gd name="connsiteX17" fmla="*/ 7160495 w 8334626"/>
              <a:gd name="connsiteY17" fmla="*/ 1896653 h 4794329"/>
              <a:gd name="connsiteX18" fmla="*/ 8124099 w 8334626"/>
              <a:gd name="connsiteY18" fmla="*/ 1606041 h 4794329"/>
              <a:gd name="connsiteX19" fmla="*/ 8272964 w 8334626"/>
              <a:gd name="connsiteY19" fmla="*/ 1667703 h 4794329"/>
              <a:gd name="connsiteX20" fmla="*/ 8272964 w 8334626"/>
              <a:gd name="connsiteY20" fmla="*/ 1965433 h 4794329"/>
              <a:gd name="connsiteX21" fmla="*/ 6387889 w 8334626"/>
              <a:gd name="connsiteY21" fmla="*/ 3850507 h 4794329"/>
              <a:gd name="connsiteX22" fmla="*/ 6090159 w 8334626"/>
              <a:gd name="connsiteY22" fmla="*/ 3850507 h 4794329"/>
              <a:gd name="connsiteX23" fmla="*/ 6090160 w 8334626"/>
              <a:gd name="connsiteY23" fmla="*/ 3850507 h 4794329"/>
              <a:gd name="connsiteX24" fmla="*/ 6090160 w 8334626"/>
              <a:gd name="connsiteY24" fmla="*/ 3552777 h 4794329"/>
              <a:gd name="connsiteX25" fmla="*/ 7975234 w 8334626"/>
              <a:gd name="connsiteY25" fmla="*/ 1667703 h 4794329"/>
              <a:gd name="connsiteX26" fmla="*/ 8124099 w 8334626"/>
              <a:gd name="connsiteY26" fmla="*/ 1606041 h 4794329"/>
              <a:gd name="connsiteX27" fmla="*/ 6242 w 8334626"/>
              <a:gd name="connsiteY27" fmla="*/ 1576410 h 4794329"/>
              <a:gd name="connsiteX28" fmla="*/ 1034496 w 8334626"/>
              <a:gd name="connsiteY28" fmla="*/ 898884 h 4794329"/>
              <a:gd name="connsiteX29" fmla="*/ 1712023 w 8334626"/>
              <a:gd name="connsiteY29" fmla="*/ 1576410 h 4794329"/>
              <a:gd name="connsiteX30" fmla="*/ 1034496 w 8334626"/>
              <a:gd name="connsiteY30" fmla="*/ 2253937 h 4794329"/>
              <a:gd name="connsiteX31" fmla="*/ 683769 w 8334626"/>
              <a:gd name="connsiteY31" fmla="*/ 2253937 h 4794329"/>
              <a:gd name="connsiteX32" fmla="*/ 6242 w 8334626"/>
              <a:gd name="connsiteY32" fmla="*/ 1576410 h 4794329"/>
              <a:gd name="connsiteX33" fmla="*/ 7672060 w 8334626"/>
              <a:gd name="connsiteY33" fmla="*/ 717042 h 4794329"/>
              <a:gd name="connsiteX34" fmla="*/ 7820925 w 8334626"/>
              <a:gd name="connsiteY34" fmla="*/ 778704 h 4794329"/>
              <a:gd name="connsiteX35" fmla="*/ 7820925 w 8334626"/>
              <a:gd name="connsiteY35" fmla="*/ 1076435 h 4794329"/>
              <a:gd name="connsiteX36" fmla="*/ 4745734 w 8334626"/>
              <a:gd name="connsiteY36" fmla="*/ 4151624 h 4794329"/>
              <a:gd name="connsiteX37" fmla="*/ 4448004 w 8334626"/>
              <a:gd name="connsiteY37" fmla="*/ 4151624 h 4794329"/>
              <a:gd name="connsiteX38" fmla="*/ 4448005 w 8334626"/>
              <a:gd name="connsiteY38" fmla="*/ 4151624 h 4794329"/>
              <a:gd name="connsiteX39" fmla="*/ 4448005 w 8334626"/>
              <a:gd name="connsiteY39" fmla="*/ 3853894 h 4794329"/>
              <a:gd name="connsiteX40" fmla="*/ 7523195 w 8334626"/>
              <a:gd name="connsiteY40" fmla="*/ 778704 h 4794329"/>
              <a:gd name="connsiteX41" fmla="*/ 7672060 w 8334626"/>
              <a:gd name="connsiteY41" fmla="*/ 717042 h 4794329"/>
              <a:gd name="connsiteX42" fmla="*/ 7115822 w 8334626"/>
              <a:gd name="connsiteY42" fmla="*/ 598413 h 4794329"/>
              <a:gd name="connsiteX43" fmla="*/ 7264687 w 8334626"/>
              <a:gd name="connsiteY43" fmla="*/ 660075 h 4794329"/>
              <a:gd name="connsiteX44" fmla="*/ 7264687 w 8334626"/>
              <a:gd name="connsiteY44" fmla="*/ 957805 h 4794329"/>
              <a:gd name="connsiteX45" fmla="*/ 3518860 w 8334626"/>
              <a:gd name="connsiteY45" fmla="*/ 4703631 h 4794329"/>
              <a:gd name="connsiteX46" fmla="*/ 3221130 w 8334626"/>
              <a:gd name="connsiteY46" fmla="*/ 4703631 h 4794329"/>
              <a:gd name="connsiteX47" fmla="*/ 3221131 w 8334626"/>
              <a:gd name="connsiteY47" fmla="*/ 4703631 h 4794329"/>
              <a:gd name="connsiteX48" fmla="*/ 3221131 w 8334626"/>
              <a:gd name="connsiteY48" fmla="*/ 4405901 h 4794329"/>
              <a:gd name="connsiteX49" fmla="*/ 6966957 w 8334626"/>
              <a:gd name="connsiteY49" fmla="*/ 660075 h 4794329"/>
              <a:gd name="connsiteX50" fmla="*/ 7115822 w 8334626"/>
              <a:gd name="connsiteY50" fmla="*/ 598413 h 4794329"/>
              <a:gd name="connsiteX51" fmla="*/ 5845545 w 8334626"/>
              <a:gd name="connsiteY51" fmla="*/ 530016 h 4794329"/>
              <a:gd name="connsiteX52" fmla="*/ 5994410 w 8334626"/>
              <a:gd name="connsiteY52" fmla="*/ 591677 h 4794329"/>
              <a:gd name="connsiteX53" fmla="*/ 5994410 w 8334626"/>
              <a:gd name="connsiteY53" fmla="*/ 889408 h 4794329"/>
              <a:gd name="connsiteX54" fmla="*/ 2919219 w 8334626"/>
              <a:gd name="connsiteY54" fmla="*/ 3964597 h 4794329"/>
              <a:gd name="connsiteX55" fmla="*/ 2621490 w 8334626"/>
              <a:gd name="connsiteY55" fmla="*/ 3964597 h 4794329"/>
              <a:gd name="connsiteX56" fmla="*/ 2621491 w 8334626"/>
              <a:gd name="connsiteY56" fmla="*/ 3964597 h 4794329"/>
              <a:gd name="connsiteX57" fmla="*/ 2621491 w 8334626"/>
              <a:gd name="connsiteY57" fmla="*/ 3666867 h 4794329"/>
              <a:gd name="connsiteX58" fmla="*/ 5696680 w 8334626"/>
              <a:gd name="connsiteY58" fmla="*/ 591677 h 4794329"/>
              <a:gd name="connsiteX59" fmla="*/ 5845545 w 8334626"/>
              <a:gd name="connsiteY59" fmla="*/ 530016 h 4794329"/>
              <a:gd name="connsiteX60" fmla="*/ 6699363 w 8334626"/>
              <a:gd name="connsiteY60" fmla="*/ 347526 h 4794329"/>
              <a:gd name="connsiteX61" fmla="*/ 6848228 w 8334626"/>
              <a:gd name="connsiteY61" fmla="*/ 409188 h 4794329"/>
              <a:gd name="connsiteX62" fmla="*/ 6848228 w 8334626"/>
              <a:gd name="connsiteY62" fmla="*/ 706919 h 4794329"/>
              <a:gd name="connsiteX63" fmla="*/ 3773037 w 8334626"/>
              <a:gd name="connsiteY63" fmla="*/ 3782108 h 4794329"/>
              <a:gd name="connsiteX64" fmla="*/ 3475307 w 8334626"/>
              <a:gd name="connsiteY64" fmla="*/ 3782108 h 4794329"/>
              <a:gd name="connsiteX65" fmla="*/ 3475308 w 8334626"/>
              <a:gd name="connsiteY65" fmla="*/ 3782108 h 4794329"/>
              <a:gd name="connsiteX66" fmla="*/ 3475308 w 8334626"/>
              <a:gd name="connsiteY66" fmla="*/ 3484378 h 4794329"/>
              <a:gd name="connsiteX67" fmla="*/ 6550498 w 8334626"/>
              <a:gd name="connsiteY67" fmla="*/ 409188 h 4794329"/>
              <a:gd name="connsiteX68" fmla="*/ 6699363 w 8334626"/>
              <a:gd name="connsiteY68" fmla="*/ 347526 h 4794329"/>
              <a:gd name="connsiteX69" fmla="*/ 4224231 w 8334626"/>
              <a:gd name="connsiteY69" fmla="*/ 126303 h 4794329"/>
              <a:gd name="connsiteX70" fmla="*/ 4373096 w 8334626"/>
              <a:gd name="connsiteY70" fmla="*/ 187965 h 4794329"/>
              <a:gd name="connsiteX71" fmla="*/ 4373096 w 8334626"/>
              <a:gd name="connsiteY71" fmla="*/ 485695 h 4794329"/>
              <a:gd name="connsiteX72" fmla="*/ 3114378 w 8334626"/>
              <a:gd name="connsiteY72" fmla="*/ 1744412 h 4794329"/>
              <a:gd name="connsiteX73" fmla="*/ 2816647 w 8334626"/>
              <a:gd name="connsiteY73" fmla="*/ 1744412 h 4794329"/>
              <a:gd name="connsiteX74" fmla="*/ 2816649 w 8334626"/>
              <a:gd name="connsiteY74" fmla="*/ 1744412 h 4794329"/>
              <a:gd name="connsiteX75" fmla="*/ 2816649 w 8334626"/>
              <a:gd name="connsiteY75" fmla="*/ 1446682 h 4794329"/>
              <a:gd name="connsiteX76" fmla="*/ 4075366 w 8334626"/>
              <a:gd name="connsiteY76" fmla="*/ 187965 h 4794329"/>
              <a:gd name="connsiteX77" fmla="*/ 4224231 w 8334626"/>
              <a:gd name="connsiteY77" fmla="*/ 126303 h 4794329"/>
              <a:gd name="connsiteX78" fmla="*/ 5685289 w 8334626"/>
              <a:gd name="connsiteY78" fmla="*/ 18853 h 4794329"/>
              <a:gd name="connsiteX79" fmla="*/ 5834154 w 8334626"/>
              <a:gd name="connsiteY79" fmla="*/ 80515 h 4794329"/>
              <a:gd name="connsiteX80" fmla="*/ 5834154 w 8334626"/>
              <a:gd name="connsiteY80" fmla="*/ 378245 h 4794329"/>
              <a:gd name="connsiteX81" fmla="*/ 3112470 w 8334626"/>
              <a:gd name="connsiteY81" fmla="*/ 3099928 h 4794329"/>
              <a:gd name="connsiteX82" fmla="*/ 2814740 w 8334626"/>
              <a:gd name="connsiteY82" fmla="*/ 3099928 h 4794329"/>
              <a:gd name="connsiteX83" fmla="*/ 2814741 w 8334626"/>
              <a:gd name="connsiteY83" fmla="*/ 3099928 h 4794329"/>
              <a:gd name="connsiteX84" fmla="*/ 2814741 w 8334626"/>
              <a:gd name="connsiteY84" fmla="*/ 2802198 h 4794329"/>
              <a:gd name="connsiteX85" fmla="*/ 5536424 w 8334626"/>
              <a:gd name="connsiteY85" fmla="*/ 80515 h 4794329"/>
              <a:gd name="connsiteX86" fmla="*/ 5685289 w 8334626"/>
              <a:gd name="connsiteY86" fmla="*/ 18853 h 4794329"/>
              <a:gd name="connsiteX87" fmla="*/ 5025412 w 8334626"/>
              <a:gd name="connsiteY87" fmla="*/ 0 h 4794329"/>
              <a:gd name="connsiteX88" fmla="*/ 5174277 w 8334626"/>
              <a:gd name="connsiteY88" fmla="*/ 61662 h 4794329"/>
              <a:gd name="connsiteX89" fmla="*/ 5174277 w 8334626"/>
              <a:gd name="connsiteY89" fmla="*/ 359392 h 4794329"/>
              <a:gd name="connsiteX90" fmla="*/ 3192597 w 8334626"/>
              <a:gd name="connsiteY90" fmla="*/ 2341071 h 4794329"/>
              <a:gd name="connsiteX91" fmla="*/ 2894866 w 8334626"/>
              <a:gd name="connsiteY91" fmla="*/ 2341071 h 4794329"/>
              <a:gd name="connsiteX92" fmla="*/ 2894868 w 8334626"/>
              <a:gd name="connsiteY92" fmla="*/ 2341071 h 4794329"/>
              <a:gd name="connsiteX93" fmla="*/ 2894868 w 8334626"/>
              <a:gd name="connsiteY93" fmla="*/ 2043341 h 4794329"/>
              <a:gd name="connsiteX94" fmla="*/ 4876547 w 8334626"/>
              <a:gd name="connsiteY94" fmla="*/ 61662 h 4794329"/>
              <a:gd name="connsiteX95" fmla="*/ 5025412 w 8334626"/>
              <a:gd name="connsiteY95" fmla="*/ 0 h 4794329"/>
              <a:gd name="connsiteX0" fmla="*/ 7223556 w 8364456"/>
              <a:gd name="connsiteY0" fmla="*/ 3202389 h 4794329"/>
              <a:gd name="connsiteX1" fmla="*/ 7372421 w 8364456"/>
              <a:gd name="connsiteY1" fmla="*/ 3264051 h 4794329"/>
              <a:gd name="connsiteX2" fmla="*/ 7372421 w 8364456"/>
              <a:gd name="connsiteY2" fmla="*/ 3561781 h 4794329"/>
              <a:gd name="connsiteX3" fmla="*/ 6711982 w 8364456"/>
              <a:gd name="connsiteY3" fmla="*/ 4222219 h 4794329"/>
              <a:gd name="connsiteX4" fmla="*/ 6414252 w 8364456"/>
              <a:gd name="connsiteY4" fmla="*/ 4222219 h 4794329"/>
              <a:gd name="connsiteX5" fmla="*/ 6414253 w 8364456"/>
              <a:gd name="connsiteY5" fmla="*/ 4222219 h 4794329"/>
              <a:gd name="connsiteX6" fmla="*/ 6414253 w 8364456"/>
              <a:gd name="connsiteY6" fmla="*/ 3924488 h 4794329"/>
              <a:gd name="connsiteX7" fmla="*/ 7074691 w 8364456"/>
              <a:gd name="connsiteY7" fmla="*/ 3264051 h 4794329"/>
              <a:gd name="connsiteX8" fmla="*/ 7223556 w 8364456"/>
              <a:gd name="connsiteY8" fmla="*/ 3202389 h 4794329"/>
              <a:gd name="connsiteX9" fmla="*/ 7190325 w 8364456"/>
              <a:gd name="connsiteY9" fmla="*/ 1896653 h 4794329"/>
              <a:gd name="connsiteX10" fmla="*/ 7339190 w 8364456"/>
              <a:gd name="connsiteY10" fmla="*/ 1958315 h 4794329"/>
              <a:gd name="connsiteX11" fmla="*/ 7339190 w 8364456"/>
              <a:gd name="connsiteY11" fmla="*/ 2256046 h 4794329"/>
              <a:gd name="connsiteX12" fmla="*/ 4862567 w 8364456"/>
              <a:gd name="connsiteY12" fmla="*/ 4732667 h 4794329"/>
              <a:gd name="connsiteX13" fmla="*/ 4564837 w 8364456"/>
              <a:gd name="connsiteY13" fmla="*/ 4732667 h 4794329"/>
              <a:gd name="connsiteX14" fmla="*/ 4564839 w 8364456"/>
              <a:gd name="connsiteY14" fmla="*/ 4732667 h 4794329"/>
              <a:gd name="connsiteX15" fmla="*/ 4564839 w 8364456"/>
              <a:gd name="connsiteY15" fmla="*/ 4434937 h 4794329"/>
              <a:gd name="connsiteX16" fmla="*/ 7041460 w 8364456"/>
              <a:gd name="connsiteY16" fmla="*/ 1958315 h 4794329"/>
              <a:gd name="connsiteX17" fmla="*/ 7190325 w 8364456"/>
              <a:gd name="connsiteY17" fmla="*/ 1896653 h 4794329"/>
              <a:gd name="connsiteX18" fmla="*/ 8153929 w 8364456"/>
              <a:gd name="connsiteY18" fmla="*/ 1606041 h 4794329"/>
              <a:gd name="connsiteX19" fmla="*/ 8302794 w 8364456"/>
              <a:gd name="connsiteY19" fmla="*/ 1667703 h 4794329"/>
              <a:gd name="connsiteX20" fmla="*/ 8302794 w 8364456"/>
              <a:gd name="connsiteY20" fmla="*/ 1965433 h 4794329"/>
              <a:gd name="connsiteX21" fmla="*/ 6417719 w 8364456"/>
              <a:gd name="connsiteY21" fmla="*/ 3850507 h 4794329"/>
              <a:gd name="connsiteX22" fmla="*/ 6119989 w 8364456"/>
              <a:gd name="connsiteY22" fmla="*/ 3850507 h 4794329"/>
              <a:gd name="connsiteX23" fmla="*/ 6119990 w 8364456"/>
              <a:gd name="connsiteY23" fmla="*/ 3850507 h 4794329"/>
              <a:gd name="connsiteX24" fmla="*/ 6119990 w 8364456"/>
              <a:gd name="connsiteY24" fmla="*/ 3552777 h 4794329"/>
              <a:gd name="connsiteX25" fmla="*/ 8005064 w 8364456"/>
              <a:gd name="connsiteY25" fmla="*/ 1667703 h 4794329"/>
              <a:gd name="connsiteX26" fmla="*/ 8153929 w 8364456"/>
              <a:gd name="connsiteY26" fmla="*/ 1606041 h 4794329"/>
              <a:gd name="connsiteX27" fmla="*/ 36072 w 8364456"/>
              <a:gd name="connsiteY27" fmla="*/ 1576410 h 4794329"/>
              <a:gd name="connsiteX28" fmla="*/ 1741853 w 8364456"/>
              <a:gd name="connsiteY28" fmla="*/ 1576410 h 4794329"/>
              <a:gd name="connsiteX29" fmla="*/ 1064326 w 8364456"/>
              <a:gd name="connsiteY29" fmla="*/ 2253937 h 4794329"/>
              <a:gd name="connsiteX30" fmla="*/ 713599 w 8364456"/>
              <a:gd name="connsiteY30" fmla="*/ 2253937 h 4794329"/>
              <a:gd name="connsiteX31" fmla="*/ 36072 w 8364456"/>
              <a:gd name="connsiteY31" fmla="*/ 1576410 h 4794329"/>
              <a:gd name="connsiteX32" fmla="*/ 7701890 w 8364456"/>
              <a:gd name="connsiteY32" fmla="*/ 717042 h 4794329"/>
              <a:gd name="connsiteX33" fmla="*/ 7850755 w 8364456"/>
              <a:gd name="connsiteY33" fmla="*/ 778704 h 4794329"/>
              <a:gd name="connsiteX34" fmla="*/ 7850755 w 8364456"/>
              <a:gd name="connsiteY34" fmla="*/ 1076435 h 4794329"/>
              <a:gd name="connsiteX35" fmla="*/ 4775564 w 8364456"/>
              <a:gd name="connsiteY35" fmla="*/ 4151624 h 4794329"/>
              <a:gd name="connsiteX36" fmla="*/ 4477834 w 8364456"/>
              <a:gd name="connsiteY36" fmla="*/ 4151624 h 4794329"/>
              <a:gd name="connsiteX37" fmla="*/ 4477835 w 8364456"/>
              <a:gd name="connsiteY37" fmla="*/ 4151624 h 4794329"/>
              <a:gd name="connsiteX38" fmla="*/ 4477835 w 8364456"/>
              <a:gd name="connsiteY38" fmla="*/ 3853894 h 4794329"/>
              <a:gd name="connsiteX39" fmla="*/ 7553025 w 8364456"/>
              <a:gd name="connsiteY39" fmla="*/ 778704 h 4794329"/>
              <a:gd name="connsiteX40" fmla="*/ 7701890 w 8364456"/>
              <a:gd name="connsiteY40" fmla="*/ 717042 h 4794329"/>
              <a:gd name="connsiteX41" fmla="*/ 7145652 w 8364456"/>
              <a:gd name="connsiteY41" fmla="*/ 598413 h 4794329"/>
              <a:gd name="connsiteX42" fmla="*/ 7294517 w 8364456"/>
              <a:gd name="connsiteY42" fmla="*/ 660075 h 4794329"/>
              <a:gd name="connsiteX43" fmla="*/ 7294517 w 8364456"/>
              <a:gd name="connsiteY43" fmla="*/ 957805 h 4794329"/>
              <a:gd name="connsiteX44" fmla="*/ 3548690 w 8364456"/>
              <a:gd name="connsiteY44" fmla="*/ 4703631 h 4794329"/>
              <a:gd name="connsiteX45" fmla="*/ 3250960 w 8364456"/>
              <a:gd name="connsiteY45" fmla="*/ 4703631 h 4794329"/>
              <a:gd name="connsiteX46" fmla="*/ 3250961 w 8364456"/>
              <a:gd name="connsiteY46" fmla="*/ 4703631 h 4794329"/>
              <a:gd name="connsiteX47" fmla="*/ 3250961 w 8364456"/>
              <a:gd name="connsiteY47" fmla="*/ 4405901 h 4794329"/>
              <a:gd name="connsiteX48" fmla="*/ 6996787 w 8364456"/>
              <a:gd name="connsiteY48" fmla="*/ 660075 h 4794329"/>
              <a:gd name="connsiteX49" fmla="*/ 7145652 w 8364456"/>
              <a:gd name="connsiteY49" fmla="*/ 598413 h 4794329"/>
              <a:gd name="connsiteX50" fmla="*/ 5875375 w 8364456"/>
              <a:gd name="connsiteY50" fmla="*/ 530016 h 4794329"/>
              <a:gd name="connsiteX51" fmla="*/ 6024240 w 8364456"/>
              <a:gd name="connsiteY51" fmla="*/ 591677 h 4794329"/>
              <a:gd name="connsiteX52" fmla="*/ 6024240 w 8364456"/>
              <a:gd name="connsiteY52" fmla="*/ 889408 h 4794329"/>
              <a:gd name="connsiteX53" fmla="*/ 2949049 w 8364456"/>
              <a:gd name="connsiteY53" fmla="*/ 3964597 h 4794329"/>
              <a:gd name="connsiteX54" fmla="*/ 2651320 w 8364456"/>
              <a:gd name="connsiteY54" fmla="*/ 3964597 h 4794329"/>
              <a:gd name="connsiteX55" fmla="*/ 2651321 w 8364456"/>
              <a:gd name="connsiteY55" fmla="*/ 3964597 h 4794329"/>
              <a:gd name="connsiteX56" fmla="*/ 2651321 w 8364456"/>
              <a:gd name="connsiteY56" fmla="*/ 3666867 h 4794329"/>
              <a:gd name="connsiteX57" fmla="*/ 5726510 w 8364456"/>
              <a:gd name="connsiteY57" fmla="*/ 591677 h 4794329"/>
              <a:gd name="connsiteX58" fmla="*/ 5875375 w 8364456"/>
              <a:gd name="connsiteY58" fmla="*/ 530016 h 4794329"/>
              <a:gd name="connsiteX59" fmla="*/ 6729193 w 8364456"/>
              <a:gd name="connsiteY59" fmla="*/ 347526 h 4794329"/>
              <a:gd name="connsiteX60" fmla="*/ 6878058 w 8364456"/>
              <a:gd name="connsiteY60" fmla="*/ 409188 h 4794329"/>
              <a:gd name="connsiteX61" fmla="*/ 6878058 w 8364456"/>
              <a:gd name="connsiteY61" fmla="*/ 706919 h 4794329"/>
              <a:gd name="connsiteX62" fmla="*/ 3802867 w 8364456"/>
              <a:gd name="connsiteY62" fmla="*/ 3782108 h 4794329"/>
              <a:gd name="connsiteX63" fmla="*/ 3505137 w 8364456"/>
              <a:gd name="connsiteY63" fmla="*/ 3782108 h 4794329"/>
              <a:gd name="connsiteX64" fmla="*/ 3505138 w 8364456"/>
              <a:gd name="connsiteY64" fmla="*/ 3782108 h 4794329"/>
              <a:gd name="connsiteX65" fmla="*/ 3505138 w 8364456"/>
              <a:gd name="connsiteY65" fmla="*/ 3484378 h 4794329"/>
              <a:gd name="connsiteX66" fmla="*/ 6580328 w 8364456"/>
              <a:gd name="connsiteY66" fmla="*/ 409188 h 4794329"/>
              <a:gd name="connsiteX67" fmla="*/ 6729193 w 8364456"/>
              <a:gd name="connsiteY67" fmla="*/ 347526 h 4794329"/>
              <a:gd name="connsiteX68" fmla="*/ 4254061 w 8364456"/>
              <a:gd name="connsiteY68" fmla="*/ 126303 h 4794329"/>
              <a:gd name="connsiteX69" fmla="*/ 4402926 w 8364456"/>
              <a:gd name="connsiteY69" fmla="*/ 187965 h 4794329"/>
              <a:gd name="connsiteX70" fmla="*/ 4402926 w 8364456"/>
              <a:gd name="connsiteY70" fmla="*/ 485695 h 4794329"/>
              <a:gd name="connsiteX71" fmla="*/ 3144208 w 8364456"/>
              <a:gd name="connsiteY71" fmla="*/ 1744412 h 4794329"/>
              <a:gd name="connsiteX72" fmla="*/ 2846477 w 8364456"/>
              <a:gd name="connsiteY72" fmla="*/ 1744412 h 4794329"/>
              <a:gd name="connsiteX73" fmla="*/ 2846479 w 8364456"/>
              <a:gd name="connsiteY73" fmla="*/ 1744412 h 4794329"/>
              <a:gd name="connsiteX74" fmla="*/ 2846479 w 8364456"/>
              <a:gd name="connsiteY74" fmla="*/ 1446682 h 4794329"/>
              <a:gd name="connsiteX75" fmla="*/ 4105196 w 8364456"/>
              <a:gd name="connsiteY75" fmla="*/ 187965 h 4794329"/>
              <a:gd name="connsiteX76" fmla="*/ 4254061 w 8364456"/>
              <a:gd name="connsiteY76" fmla="*/ 126303 h 4794329"/>
              <a:gd name="connsiteX77" fmla="*/ 5715119 w 8364456"/>
              <a:gd name="connsiteY77" fmla="*/ 18853 h 4794329"/>
              <a:gd name="connsiteX78" fmla="*/ 5863984 w 8364456"/>
              <a:gd name="connsiteY78" fmla="*/ 80515 h 4794329"/>
              <a:gd name="connsiteX79" fmla="*/ 5863984 w 8364456"/>
              <a:gd name="connsiteY79" fmla="*/ 378245 h 4794329"/>
              <a:gd name="connsiteX80" fmla="*/ 3142300 w 8364456"/>
              <a:gd name="connsiteY80" fmla="*/ 3099928 h 4794329"/>
              <a:gd name="connsiteX81" fmla="*/ 2844570 w 8364456"/>
              <a:gd name="connsiteY81" fmla="*/ 3099928 h 4794329"/>
              <a:gd name="connsiteX82" fmla="*/ 2844571 w 8364456"/>
              <a:gd name="connsiteY82" fmla="*/ 3099928 h 4794329"/>
              <a:gd name="connsiteX83" fmla="*/ 2844571 w 8364456"/>
              <a:gd name="connsiteY83" fmla="*/ 2802198 h 4794329"/>
              <a:gd name="connsiteX84" fmla="*/ 5566254 w 8364456"/>
              <a:gd name="connsiteY84" fmla="*/ 80515 h 4794329"/>
              <a:gd name="connsiteX85" fmla="*/ 5715119 w 8364456"/>
              <a:gd name="connsiteY85" fmla="*/ 18853 h 4794329"/>
              <a:gd name="connsiteX86" fmla="*/ 5055242 w 8364456"/>
              <a:gd name="connsiteY86" fmla="*/ 0 h 4794329"/>
              <a:gd name="connsiteX87" fmla="*/ 5204107 w 8364456"/>
              <a:gd name="connsiteY87" fmla="*/ 61662 h 4794329"/>
              <a:gd name="connsiteX88" fmla="*/ 5204107 w 8364456"/>
              <a:gd name="connsiteY88" fmla="*/ 359392 h 4794329"/>
              <a:gd name="connsiteX89" fmla="*/ 3222427 w 8364456"/>
              <a:gd name="connsiteY89" fmla="*/ 2341071 h 4794329"/>
              <a:gd name="connsiteX90" fmla="*/ 2924696 w 8364456"/>
              <a:gd name="connsiteY90" fmla="*/ 2341071 h 4794329"/>
              <a:gd name="connsiteX91" fmla="*/ 2924698 w 8364456"/>
              <a:gd name="connsiteY91" fmla="*/ 2341071 h 4794329"/>
              <a:gd name="connsiteX92" fmla="*/ 2924698 w 8364456"/>
              <a:gd name="connsiteY92" fmla="*/ 2043341 h 4794329"/>
              <a:gd name="connsiteX93" fmla="*/ 4906377 w 8364456"/>
              <a:gd name="connsiteY93" fmla="*/ 61662 h 4794329"/>
              <a:gd name="connsiteX94" fmla="*/ 5055242 w 8364456"/>
              <a:gd name="connsiteY94" fmla="*/ 0 h 4794329"/>
              <a:gd name="connsiteX0" fmla="*/ 7193727 w 8334627"/>
              <a:gd name="connsiteY0" fmla="*/ 3202389 h 4794329"/>
              <a:gd name="connsiteX1" fmla="*/ 7342592 w 8334627"/>
              <a:gd name="connsiteY1" fmla="*/ 3264051 h 4794329"/>
              <a:gd name="connsiteX2" fmla="*/ 7342592 w 8334627"/>
              <a:gd name="connsiteY2" fmla="*/ 3561781 h 4794329"/>
              <a:gd name="connsiteX3" fmla="*/ 6682153 w 8334627"/>
              <a:gd name="connsiteY3" fmla="*/ 4222219 h 4794329"/>
              <a:gd name="connsiteX4" fmla="*/ 6384423 w 8334627"/>
              <a:gd name="connsiteY4" fmla="*/ 4222219 h 4794329"/>
              <a:gd name="connsiteX5" fmla="*/ 6384424 w 8334627"/>
              <a:gd name="connsiteY5" fmla="*/ 4222219 h 4794329"/>
              <a:gd name="connsiteX6" fmla="*/ 6384424 w 8334627"/>
              <a:gd name="connsiteY6" fmla="*/ 3924488 h 4794329"/>
              <a:gd name="connsiteX7" fmla="*/ 7044862 w 8334627"/>
              <a:gd name="connsiteY7" fmla="*/ 3264051 h 4794329"/>
              <a:gd name="connsiteX8" fmla="*/ 7193727 w 8334627"/>
              <a:gd name="connsiteY8" fmla="*/ 3202389 h 4794329"/>
              <a:gd name="connsiteX9" fmla="*/ 7160496 w 8334627"/>
              <a:gd name="connsiteY9" fmla="*/ 1896653 h 4794329"/>
              <a:gd name="connsiteX10" fmla="*/ 7309361 w 8334627"/>
              <a:gd name="connsiteY10" fmla="*/ 1958315 h 4794329"/>
              <a:gd name="connsiteX11" fmla="*/ 7309361 w 8334627"/>
              <a:gd name="connsiteY11" fmla="*/ 2256046 h 4794329"/>
              <a:gd name="connsiteX12" fmla="*/ 4832738 w 8334627"/>
              <a:gd name="connsiteY12" fmla="*/ 4732667 h 4794329"/>
              <a:gd name="connsiteX13" fmla="*/ 4535008 w 8334627"/>
              <a:gd name="connsiteY13" fmla="*/ 4732667 h 4794329"/>
              <a:gd name="connsiteX14" fmla="*/ 4535010 w 8334627"/>
              <a:gd name="connsiteY14" fmla="*/ 4732667 h 4794329"/>
              <a:gd name="connsiteX15" fmla="*/ 4535010 w 8334627"/>
              <a:gd name="connsiteY15" fmla="*/ 4434937 h 4794329"/>
              <a:gd name="connsiteX16" fmla="*/ 7011631 w 8334627"/>
              <a:gd name="connsiteY16" fmla="*/ 1958315 h 4794329"/>
              <a:gd name="connsiteX17" fmla="*/ 7160496 w 8334627"/>
              <a:gd name="connsiteY17" fmla="*/ 1896653 h 4794329"/>
              <a:gd name="connsiteX18" fmla="*/ 8124100 w 8334627"/>
              <a:gd name="connsiteY18" fmla="*/ 1606041 h 4794329"/>
              <a:gd name="connsiteX19" fmla="*/ 8272965 w 8334627"/>
              <a:gd name="connsiteY19" fmla="*/ 1667703 h 4794329"/>
              <a:gd name="connsiteX20" fmla="*/ 8272965 w 8334627"/>
              <a:gd name="connsiteY20" fmla="*/ 1965433 h 4794329"/>
              <a:gd name="connsiteX21" fmla="*/ 6387890 w 8334627"/>
              <a:gd name="connsiteY21" fmla="*/ 3850507 h 4794329"/>
              <a:gd name="connsiteX22" fmla="*/ 6090160 w 8334627"/>
              <a:gd name="connsiteY22" fmla="*/ 3850507 h 4794329"/>
              <a:gd name="connsiteX23" fmla="*/ 6090161 w 8334627"/>
              <a:gd name="connsiteY23" fmla="*/ 3850507 h 4794329"/>
              <a:gd name="connsiteX24" fmla="*/ 6090161 w 8334627"/>
              <a:gd name="connsiteY24" fmla="*/ 3552777 h 4794329"/>
              <a:gd name="connsiteX25" fmla="*/ 7975235 w 8334627"/>
              <a:gd name="connsiteY25" fmla="*/ 1667703 h 4794329"/>
              <a:gd name="connsiteX26" fmla="*/ 8124100 w 8334627"/>
              <a:gd name="connsiteY26" fmla="*/ 1606041 h 4794329"/>
              <a:gd name="connsiteX27" fmla="*/ 6243 w 8334627"/>
              <a:gd name="connsiteY27" fmla="*/ 1576410 h 4794329"/>
              <a:gd name="connsiteX28" fmla="*/ 1034497 w 8334627"/>
              <a:gd name="connsiteY28" fmla="*/ 2253937 h 4794329"/>
              <a:gd name="connsiteX29" fmla="*/ 683770 w 8334627"/>
              <a:gd name="connsiteY29" fmla="*/ 2253937 h 4794329"/>
              <a:gd name="connsiteX30" fmla="*/ 6243 w 8334627"/>
              <a:gd name="connsiteY30" fmla="*/ 1576410 h 4794329"/>
              <a:gd name="connsiteX31" fmla="*/ 7672061 w 8334627"/>
              <a:gd name="connsiteY31" fmla="*/ 717042 h 4794329"/>
              <a:gd name="connsiteX32" fmla="*/ 7820926 w 8334627"/>
              <a:gd name="connsiteY32" fmla="*/ 778704 h 4794329"/>
              <a:gd name="connsiteX33" fmla="*/ 7820926 w 8334627"/>
              <a:gd name="connsiteY33" fmla="*/ 1076435 h 4794329"/>
              <a:gd name="connsiteX34" fmla="*/ 4745735 w 8334627"/>
              <a:gd name="connsiteY34" fmla="*/ 4151624 h 4794329"/>
              <a:gd name="connsiteX35" fmla="*/ 4448005 w 8334627"/>
              <a:gd name="connsiteY35" fmla="*/ 4151624 h 4794329"/>
              <a:gd name="connsiteX36" fmla="*/ 4448006 w 8334627"/>
              <a:gd name="connsiteY36" fmla="*/ 4151624 h 4794329"/>
              <a:gd name="connsiteX37" fmla="*/ 4448006 w 8334627"/>
              <a:gd name="connsiteY37" fmla="*/ 3853894 h 4794329"/>
              <a:gd name="connsiteX38" fmla="*/ 7523196 w 8334627"/>
              <a:gd name="connsiteY38" fmla="*/ 778704 h 4794329"/>
              <a:gd name="connsiteX39" fmla="*/ 7672061 w 8334627"/>
              <a:gd name="connsiteY39" fmla="*/ 717042 h 4794329"/>
              <a:gd name="connsiteX40" fmla="*/ 7115823 w 8334627"/>
              <a:gd name="connsiteY40" fmla="*/ 598413 h 4794329"/>
              <a:gd name="connsiteX41" fmla="*/ 7264688 w 8334627"/>
              <a:gd name="connsiteY41" fmla="*/ 660075 h 4794329"/>
              <a:gd name="connsiteX42" fmla="*/ 7264688 w 8334627"/>
              <a:gd name="connsiteY42" fmla="*/ 957805 h 4794329"/>
              <a:gd name="connsiteX43" fmla="*/ 3518861 w 8334627"/>
              <a:gd name="connsiteY43" fmla="*/ 4703631 h 4794329"/>
              <a:gd name="connsiteX44" fmla="*/ 3221131 w 8334627"/>
              <a:gd name="connsiteY44" fmla="*/ 4703631 h 4794329"/>
              <a:gd name="connsiteX45" fmla="*/ 3221132 w 8334627"/>
              <a:gd name="connsiteY45" fmla="*/ 4703631 h 4794329"/>
              <a:gd name="connsiteX46" fmla="*/ 3221132 w 8334627"/>
              <a:gd name="connsiteY46" fmla="*/ 4405901 h 4794329"/>
              <a:gd name="connsiteX47" fmla="*/ 6966958 w 8334627"/>
              <a:gd name="connsiteY47" fmla="*/ 660075 h 4794329"/>
              <a:gd name="connsiteX48" fmla="*/ 7115823 w 8334627"/>
              <a:gd name="connsiteY48" fmla="*/ 598413 h 4794329"/>
              <a:gd name="connsiteX49" fmla="*/ 5845546 w 8334627"/>
              <a:gd name="connsiteY49" fmla="*/ 530016 h 4794329"/>
              <a:gd name="connsiteX50" fmla="*/ 5994411 w 8334627"/>
              <a:gd name="connsiteY50" fmla="*/ 591677 h 4794329"/>
              <a:gd name="connsiteX51" fmla="*/ 5994411 w 8334627"/>
              <a:gd name="connsiteY51" fmla="*/ 889408 h 4794329"/>
              <a:gd name="connsiteX52" fmla="*/ 2919220 w 8334627"/>
              <a:gd name="connsiteY52" fmla="*/ 3964597 h 4794329"/>
              <a:gd name="connsiteX53" fmla="*/ 2621491 w 8334627"/>
              <a:gd name="connsiteY53" fmla="*/ 3964597 h 4794329"/>
              <a:gd name="connsiteX54" fmla="*/ 2621492 w 8334627"/>
              <a:gd name="connsiteY54" fmla="*/ 3964597 h 4794329"/>
              <a:gd name="connsiteX55" fmla="*/ 2621492 w 8334627"/>
              <a:gd name="connsiteY55" fmla="*/ 3666867 h 4794329"/>
              <a:gd name="connsiteX56" fmla="*/ 5696681 w 8334627"/>
              <a:gd name="connsiteY56" fmla="*/ 591677 h 4794329"/>
              <a:gd name="connsiteX57" fmla="*/ 5845546 w 8334627"/>
              <a:gd name="connsiteY57" fmla="*/ 530016 h 4794329"/>
              <a:gd name="connsiteX58" fmla="*/ 6699364 w 8334627"/>
              <a:gd name="connsiteY58" fmla="*/ 347526 h 4794329"/>
              <a:gd name="connsiteX59" fmla="*/ 6848229 w 8334627"/>
              <a:gd name="connsiteY59" fmla="*/ 409188 h 4794329"/>
              <a:gd name="connsiteX60" fmla="*/ 6848229 w 8334627"/>
              <a:gd name="connsiteY60" fmla="*/ 706919 h 4794329"/>
              <a:gd name="connsiteX61" fmla="*/ 3773038 w 8334627"/>
              <a:gd name="connsiteY61" fmla="*/ 3782108 h 4794329"/>
              <a:gd name="connsiteX62" fmla="*/ 3475308 w 8334627"/>
              <a:gd name="connsiteY62" fmla="*/ 3782108 h 4794329"/>
              <a:gd name="connsiteX63" fmla="*/ 3475309 w 8334627"/>
              <a:gd name="connsiteY63" fmla="*/ 3782108 h 4794329"/>
              <a:gd name="connsiteX64" fmla="*/ 3475309 w 8334627"/>
              <a:gd name="connsiteY64" fmla="*/ 3484378 h 4794329"/>
              <a:gd name="connsiteX65" fmla="*/ 6550499 w 8334627"/>
              <a:gd name="connsiteY65" fmla="*/ 409188 h 4794329"/>
              <a:gd name="connsiteX66" fmla="*/ 6699364 w 8334627"/>
              <a:gd name="connsiteY66" fmla="*/ 347526 h 4794329"/>
              <a:gd name="connsiteX67" fmla="*/ 4224232 w 8334627"/>
              <a:gd name="connsiteY67" fmla="*/ 126303 h 4794329"/>
              <a:gd name="connsiteX68" fmla="*/ 4373097 w 8334627"/>
              <a:gd name="connsiteY68" fmla="*/ 187965 h 4794329"/>
              <a:gd name="connsiteX69" fmla="*/ 4373097 w 8334627"/>
              <a:gd name="connsiteY69" fmla="*/ 485695 h 4794329"/>
              <a:gd name="connsiteX70" fmla="*/ 3114379 w 8334627"/>
              <a:gd name="connsiteY70" fmla="*/ 1744412 h 4794329"/>
              <a:gd name="connsiteX71" fmla="*/ 2816648 w 8334627"/>
              <a:gd name="connsiteY71" fmla="*/ 1744412 h 4794329"/>
              <a:gd name="connsiteX72" fmla="*/ 2816650 w 8334627"/>
              <a:gd name="connsiteY72" fmla="*/ 1744412 h 4794329"/>
              <a:gd name="connsiteX73" fmla="*/ 2816650 w 8334627"/>
              <a:gd name="connsiteY73" fmla="*/ 1446682 h 4794329"/>
              <a:gd name="connsiteX74" fmla="*/ 4075367 w 8334627"/>
              <a:gd name="connsiteY74" fmla="*/ 187965 h 4794329"/>
              <a:gd name="connsiteX75" fmla="*/ 4224232 w 8334627"/>
              <a:gd name="connsiteY75" fmla="*/ 126303 h 4794329"/>
              <a:gd name="connsiteX76" fmla="*/ 5685290 w 8334627"/>
              <a:gd name="connsiteY76" fmla="*/ 18853 h 4794329"/>
              <a:gd name="connsiteX77" fmla="*/ 5834155 w 8334627"/>
              <a:gd name="connsiteY77" fmla="*/ 80515 h 4794329"/>
              <a:gd name="connsiteX78" fmla="*/ 5834155 w 8334627"/>
              <a:gd name="connsiteY78" fmla="*/ 378245 h 4794329"/>
              <a:gd name="connsiteX79" fmla="*/ 3112471 w 8334627"/>
              <a:gd name="connsiteY79" fmla="*/ 3099928 h 4794329"/>
              <a:gd name="connsiteX80" fmla="*/ 2814741 w 8334627"/>
              <a:gd name="connsiteY80" fmla="*/ 3099928 h 4794329"/>
              <a:gd name="connsiteX81" fmla="*/ 2814742 w 8334627"/>
              <a:gd name="connsiteY81" fmla="*/ 3099928 h 4794329"/>
              <a:gd name="connsiteX82" fmla="*/ 2814742 w 8334627"/>
              <a:gd name="connsiteY82" fmla="*/ 2802198 h 4794329"/>
              <a:gd name="connsiteX83" fmla="*/ 5536425 w 8334627"/>
              <a:gd name="connsiteY83" fmla="*/ 80515 h 4794329"/>
              <a:gd name="connsiteX84" fmla="*/ 5685290 w 8334627"/>
              <a:gd name="connsiteY84" fmla="*/ 18853 h 4794329"/>
              <a:gd name="connsiteX85" fmla="*/ 5025413 w 8334627"/>
              <a:gd name="connsiteY85" fmla="*/ 0 h 4794329"/>
              <a:gd name="connsiteX86" fmla="*/ 5174278 w 8334627"/>
              <a:gd name="connsiteY86" fmla="*/ 61662 h 4794329"/>
              <a:gd name="connsiteX87" fmla="*/ 5174278 w 8334627"/>
              <a:gd name="connsiteY87" fmla="*/ 359392 h 4794329"/>
              <a:gd name="connsiteX88" fmla="*/ 3192598 w 8334627"/>
              <a:gd name="connsiteY88" fmla="*/ 2341071 h 4794329"/>
              <a:gd name="connsiteX89" fmla="*/ 2894867 w 8334627"/>
              <a:gd name="connsiteY89" fmla="*/ 2341071 h 4794329"/>
              <a:gd name="connsiteX90" fmla="*/ 2894869 w 8334627"/>
              <a:gd name="connsiteY90" fmla="*/ 2341071 h 4794329"/>
              <a:gd name="connsiteX91" fmla="*/ 2894869 w 8334627"/>
              <a:gd name="connsiteY91" fmla="*/ 2043341 h 4794329"/>
              <a:gd name="connsiteX92" fmla="*/ 4876548 w 8334627"/>
              <a:gd name="connsiteY92" fmla="*/ 61662 h 4794329"/>
              <a:gd name="connsiteX93" fmla="*/ 5025413 w 8334627"/>
              <a:gd name="connsiteY93" fmla="*/ 0 h 4794329"/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0 w 8328384"/>
              <a:gd name="connsiteY27" fmla="*/ 1576410 h 4794329"/>
              <a:gd name="connsiteX28" fmla="*/ 677527 w 8328384"/>
              <a:gd name="connsiteY28" fmla="*/ 2253937 h 4794329"/>
              <a:gd name="connsiteX29" fmla="*/ 0 w 8328384"/>
              <a:gd name="connsiteY29" fmla="*/ 1576410 h 4794329"/>
              <a:gd name="connsiteX30" fmla="*/ 7665818 w 8328384"/>
              <a:gd name="connsiteY30" fmla="*/ 717042 h 4794329"/>
              <a:gd name="connsiteX31" fmla="*/ 7814683 w 8328384"/>
              <a:gd name="connsiteY31" fmla="*/ 778704 h 4794329"/>
              <a:gd name="connsiteX32" fmla="*/ 7814683 w 8328384"/>
              <a:gd name="connsiteY32" fmla="*/ 1076435 h 4794329"/>
              <a:gd name="connsiteX33" fmla="*/ 4739492 w 8328384"/>
              <a:gd name="connsiteY33" fmla="*/ 4151624 h 4794329"/>
              <a:gd name="connsiteX34" fmla="*/ 4441762 w 8328384"/>
              <a:gd name="connsiteY34" fmla="*/ 4151624 h 4794329"/>
              <a:gd name="connsiteX35" fmla="*/ 4441763 w 8328384"/>
              <a:gd name="connsiteY35" fmla="*/ 4151624 h 4794329"/>
              <a:gd name="connsiteX36" fmla="*/ 4441763 w 8328384"/>
              <a:gd name="connsiteY36" fmla="*/ 3853894 h 4794329"/>
              <a:gd name="connsiteX37" fmla="*/ 7516953 w 8328384"/>
              <a:gd name="connsiteY37" fmla="*/ 778704 h 4794329"/>
              <a:gd name="connsiteX38" fmla="*/ 7665818 w 8328384"/>
              <a:gd name="connsiteY38" fmla="*/ 717042 h 4794329"/>
              <a:gd name="connsiteX39" fmla="*/ 7109580 w 8328384"/>
              <a:gd name="connsiteY39" fmla="*/ 598413 h 4794329"/>
              <a:gd name="connsiteX40" fmla="*/ 7258445 w 8328384"/>
              <a:gd name="connsiteY40" fmla="*/ 660075 h 4794329"/>
              <a:gd name="connsiteX41" fmla="*/ 7258445 w 8328384"/>
              <a:gd name="connsiteY41" fmla="*/ 957805 h 4794329"/>
              <a:gd name="connsiteX42" fmla="*/ 3512618 w 8328384"/>
              <a:gd name="connsiteY42" fmla="*/ 4703631 h 4794329"/>
              <a:gd name="connsiteX43" fmla="*/ 3214888 w 8328384"/>
              <a:gd name="connsiteY43" fmla="*/ 4703631 h 4794329"/>
              <a:gd name="connsiteX44" fmla="*/ 3214889 w 8328384"/>
              <a:gd name="connsiteY44" fmla="*/ 4703631 h 4794329"/>
              <a:gd name="connsiteX45" fmla="*/ 3214889 w 8328384"/>
              <a:gd name="connsiteY45" fmla="*/ 4405901 h 4794329"/>
              <a:gd name="connsiteX46" fmla="*/ 6960715 w 8328384"/>
              <a:gd name="connsiteY46" fmla="*/ 660075 h 4794329"/>
              <a:gd name="connsiteX47" fmla="*/ 7109580 w 8328384"/>
              <a:gd name="connsiteY47" fmla="*/ 598413 h 4794329"/>
              <a:gd name="connsiteX48" fmla="*/ 5839303 w 8328384"/>
              <a:gd name="connsiteY48" fmla="*/ 530016 h 4794329"/>
              <a:gd name="connsiteX49" fmla="*/ 5988168 w 8328384"/>
              <a:gd name="connsiteY49" fmla="*/ 591677 h 4794329"/>
              <a:gd name="connsiteX50" fmla="*/ 5988168 w 8328384"/>
              <a:gd name="connsiteY50" fmla="*/ 889408 h 4794329"/>
              <a:gd name="connsiteX51" fmla="*/ 2912977 w 8328384"/>
              <a:gd name="connsiteY51" fmla="*/ 3964597 h 4794329"/>
              <a:gd name="connsiteX52" fmla="*/ 2615248 w 8328384"/>
              <a:gd name="connsiteY52" fmla="*/ 3964597 h 4794329"/>
              <a:gd name="connsiteX53" fmla="*/ 2615249 w 8328384"/>
              <a:gd name="connsiteY53" fmla="*/ 3964597 h 4794329"/>
              <a:gd name="connsiteX54" fmla="*/ 2615249 w 8328384"/>
              <a:gd name="connsiteY54" fmla="*/ 3666867 h 4794329"/>
              <a:gd name="connsiteX55" fmla="*/ 5690438 w 8328384"/>
              <a:gd name="connsiteY55" fmla="*/ 591677 h 4794329"/>
              <a:gd name="connsiteX56" fmla="*/ 5839303 w 8328384"/>
              <a:gd name="connsiteY56" fmla="*/ 530016 h 4794329"/>
              <a:gd name="connsiteX57" fmla="*/ 6693121 w 8328384"/>
              <a:gd name="connsiteY57" fmla="*/ 347526 h 4794329"/>
              <a:gd name="connsiteX58" fmla="*/ 6841986 w 8328384"/>
              <a:gd name="connsiteY58" fmla="*/ 409188 h 4794329"/>
              <a:gd name="connsiteX59" fmla="*/ 6841986 w 8328384"/>
              <a:gd name="connsiteY59" fmla="*/ 706919 h 4794329"/>
              <a:gd name="connsiteX60" fmla="*/ 3766795 w 8328384"/>
              <a:gd name="connsiteY60" fmla="*/ 3782108 h 4794329"/>
              <a:gd name="connsiteX61" fmla="*/ 3469065 w 8328384"/>
              <a:gd name="connsiteY61" fmla="*/ 3782108 h 4794329"/>
              <a:gd name="connsiteX62" fmla="*/ 3469066 w 8328384"/>
              <a:gd name="connsiteY62" fmla="*/ 3782108 h 4794329"/>
              <a:gd name="connsiteX63" fmla="*/ 3469066 w 8328384"/>
              <a:gd name="connsiteY63" fmla="*/ 3484378 h 4794329"/>
              <a:gd name="connsiteX64" fmla="*/ 6544256 w 8328384"/>
              <a:gd name="connsiteY64" fmla="*/ 409188 h 4794329"/>
              <a:gd name="connsiteX65" fmla="*/ 6693121 w 8328384"/>
              <a:gd name="connsiteY65" fmla="*/ 347526 h 4794329"/>
              <a:gd name="connsiteX66" fmla="*/ 4217989 w 8328384"/>
              <a:gd name="connsiteY66" fmla="*/ 126303 h 4794329"/>
              <a:gd name="connsiteX67" fmla="*/ 4366854 w 8328384"/>
              <a:gd name="connsiteY67" fmla="*/ 187965 h 4794329"/>
              <a:gd name="connsiteX68" fmla="*/ 4366854 w 8328384"/>
              <a:gd name="connsiteY68" fmla="*/ 485695 h 4794329"/>
              <a:gd name="connsiteX69" fmla="*/ 3108136 w 8328384"/>
              <a:gd name="connsiteY69" fmla="*/ 1744412 h 4794329"/>
              <a:gd name="connsiteX70" fmla="*/ 2810405 w 8328384"/>
              <a:gd name="connsiteY70" fmla="*/ 1744412 h 4794329"/>
              <a:gd name="connsiteX71" fmla="*/ 2810407 w 8328384"/>
              <a:gd name="connsiteY71" fmla="*/ 1744412 h 4794329"/>
              <a:gd name="connsiteX72" fmla="*/ 2810407 w 8328384"/>
              <a:gd name="connsiteY72" fmla="*/ 1446682 h 4794329"/>
              <a:gd name="connsiteX73" fmla="*/ 4069124 w 8328384"/>
              <a:gd name="connsiteY73" fmla="*/ 187965 h 4794329"/>
              <a:gd name="connsiteX74" fmla="*/ 4217989 w 8328384"/>
              <a:gd name="connsiteY74" fmla="*/ 126303 h 4794329"/>
              <a:gd name="connsiteX75" fmla="*/ 5679047 w 8328384"/>
              <a:gd name="connsiteY75" fmla="*/ 18853 h 4794329"/>
              <a:gd name="connsiteX76" fmla="*/ 5827912 w 8328384"/>
              <a:gd name="connsiteY76" fmla="*/ 80515 h 4794329"/>
              <a:gd name="connsiteX77" fmla="*/ 5827912 w 8328384"/>
              <a:gd name="connsiteY77" fmla="*/ 378245 h 4794329"/>
              <a:gd name="connsiteX78" fmla="*/ 3106228 w 8328384"/>
              <a:gd name="connsiteY78" fmla="*/ 3099928 h 4794329"/>
              <a:gd name="connsiteX79" fmla="*/ 2808498 w 8328384"/>
              <a:gd name="connsiteY79" fmla="*/ 3099928 h 4794329"/>
              <a:gd name="connsiteX80" fmla="*/ 2808499 w 8328384"/>
              <a:gd name="connsiteY80" fmla="*/ 3099928 h 4794329"/>
              <a:gd name="connsiteX81" fmla="*/ 2808499 w 8328384"/>
              <a:gd name="connsiteY81" fmla="*/ 2802198 h 4794329"/>
              <a:gd name="connsiteX82" fmla="*/ 5530182 w 8328384"/>
              <a:gd name="connsiteY82" fmla="*/ 80515 h 4794329"/>
              <a:gd name="connsiteX83" fmla="*/ 5679047 w 8328384"/>
              <a:gd name="connsiteY83" fmla="*/ 18853 h 4794329"/>
              <a:gd name="connsiteX84" fmla="*/ 5019170 w 8328384"/>
              <a:gd name="connsiteY84" fmla="*/ 0 h 4794329"/>
              <a:gd name="connsiteX85" fmla="*/ 5168035 w 8328384"/>
              <a:gd name="connsiteY85" fmla="*/ 61662 h 4794329"/>
              <a:gd name="connsiteX86" fmla="*/ 5168035 w 8328384"/>
              <a:gd name="connsiteY86" fmla="*/ 359392 h 4794329"/>
              <a:gd name="connsiteX87" fmla="*/ 3186355 w 8328384"/>
              <a:gd name="connsiteY87" fmla="*/ 2341071 h 4794329"/>
              <a:gd name="connsiteX88" fmla="*/ 2888624 w 8328384"/>
              <a:gd name="connsiteY88" fmla="*/ 2341071 h 4794329"/>
              <a:gd name="connsiteX89" fmla="*/ 2888626 w 8328384"/>
              <a:gd name="connsiteY89" fmla="*/ 2341071 h 4794329"/>
              <a:gd name="connsiteX90" fmla="*/ 2888626 w 8328384"/>
              <a:gd name="connsiteY90" fmla="*/ 2043341 h 4794329"/>
              <a:gd name="connsiteX91" fmla="*/ 4870305 w 8328384"/>
              <a:gd name="connsiteY91" fmla="*/ 61662 h 4794329"/>
              <a:gd name="connsiteX92" fmla="*/ 5019170 w 8328384"/>
              <a:gd name="connsiteY92" fmla="*/ 0 h 4794329"/>
              <a:gd name="connsiteX0" fmla="*/ 4633897 w 5774797"/>
              <a:gd name="connsiteY0" fmla="*/ 3202389 h 4794329"/>
              <a:gd name="connsiteX1" fmla="*/ 4782762 w 5774797"/>
              <a:gd name="connsiteY1" fmla="*/ 3264051 h 4794329"/>
              <a:gd name="connsiteX2" fmla="*/ 4782762 w 5774797"/>
              <a:gd name="connsiteY2" fmla="*/ 3561781 h 4794329"/>
              <a:gd name="connsiteX3" fmla="*/ 4122323 w 5774797"/>
              <a:gd name="connsiteY3" fmla="*/ 4222219 h 4794329"/>
              <a:gd name="connsiteX4" fmla="*/ 3824593 w 5774797"/>
              <a:gd name="connsiteY4" fmla="*/ 4222219 h 4794329"/>
              <a:gd name="connsiteX5" fmla="*/ 3824594 w 5774797"/>
              <a:gd name="connsiteY5" fmla="*/ 4222219 h 4794329"/>
              <a:gd name="connsiteX6" fmla="*/ 3824594 w 5774797"/>
              <a:gd name="connsiteY6" fmla="*/ 3924488 h 4794329"/>
              <a:gd name="connsiteX7" fmla="*/ 4485032 w 5774797"/>
              <a:gd name="connsiteY7" fmla="*/ 3264051 h 4794329"/>
              <a:gd name="connsiteX8" fmla="*/ 4633897 w 5774797"/>
              <a:gd name="connsiteY8" fmla="*/ 3202389 h 4794329"/>
              <a:gd name="connsiteX9" fmla="*/ 4600666 w 5774797"/>
              <a:gd name="connsiteY9" fmla="*/ 1896653 h 4794329"/>
              <a:gd name="connsiteX10" fmla="*/ 4749531 w 5774797"/>
              <a:gd name="connsiteY10" fmla="*/ 1958315 h 4794329"/>
              <a:gd name="connsiteX11" fmla="*/ 4749531 w 5774797"/>
              <a:gd name="connsiteY11" fmla="*/ 2256046 h 4794329"/>
              <a:gd name="connsiteX12" fmla="*/ 2272908 w 5774797"/>
              <a:gd name="connsiteY12" fmla="*/ 4732667 h 4794329"/>
              <a:gd name="connsiteX13" fmla="*/ 1975178 w 5774797"/>
              <a:gd name="connsiteY13" fmla="*/ 4732667 h 4794329"/>
              <a:gd name="connsiteX14" fmla="*/ 1975180 w 5774797"/>
              <a:gd name="connsiteY14" fmla="*/ 4732667 h 4794329"/>
              <a:gd name="connsiteX15" fmla="*/ 1975180 w 5774797"/>
              <a:gd name="connsiteY15" fmla="*/ 4434937 h 4794329"/>
              <a:gd name="connsiteX16" fmla="*/ 4451801 w 5774797"/>
              <a:gd name="connsiteY16" fmla="*/ 1958315 h 4794329"/>
              <a:gd name="connsiteX17" fmla="*/ 4600666 w 5774797"/>
              <a:gd name="connsiteY17" fmla="*/ 1896653 h 4794329"/>
              <a:gd name="connsiteX18" fmla="*/ 5564270 w 5774797"/>
              <a:gd name="connsiteY18" fmla="*/ 1606041 h 4794329"/>
              <a:gd name="connsiteX19" fmla="*/ 5713135 w 5774797"/>
              <a:gd name="connsiteY19" fmla="*/ 1667703 h 4794329"/>
              <a:gd name="connsiteX20" fmla="*/ 5713135 w 5774797"/>
              <a:gd name="connsiteY20" fmla="*/ 1965433 h 4794329"/>
              <a:gd name="connsiteX21" fmla="*/ 3828060 w 5774797"/>
              <a:gd name="connsiteY21" fmla="*/ 3850507 h 4794329"/>
              <a:gd name="connsiteX22" fmla="*/ 3530330 w 5774797"/>
              <a:gd name="connsiteY22" fmla="*/ 3850507 h 4794329"/>
              <a:gd name="connsiteX23" fmla="*/ 3530331 w 5774797"/>
              <a:gd name="connsiteY23" fmla="*/ 3850507 h 4794329"/>
              <a:gd name="connsiteX24" fmla="*/ 3530331 w 5774797"/>
              <a:gd name="connsiteY24" fmla="*/ 3552777 h 4794329"/>
              <a:gd name="connsiteX25" fmla="*/ 5415405 w 5774797"/>
              <a:gd name="connsiteY25" fmla="*/ 1667703 h 4794329"/>
              <a:gd name="connsiteX26" fmla="*/ 5564270 w 5774797"/>
              <a:gd name="connsiteY26" fmla="*/ 1606041 h 4794329"/>
              <a:gd name="connsiteX27" fmla="*/ 5112231 w 5774797"/>
              <a:gd name="connsiteY27" fmla="*/ 717042 h 4794329"/>
              <a:gd name="connsiteX28" fmla="*/ 5261096 w 5774797"/>
              <a:gd name="connsiteY28" fmla="*/ 778704 h 4794329"/>
              <a:gd name="connsiteX29" fmla="*/ 5261096 w 5774797"/>
              <a:gd name="connsiteY29" fmla="*/ 1076435 h 4794329"/>
              <a:gd name="connsiteX30" fmla="*/ 2185905 w 5774797"/>
              <a:gd name="connsiteY30" fmla="*/ 4151624 h 4794329"/>
              <a:gd name="connsiteX31" fmla="*/ 1888175 w 5774797"/>
              <a:gd name="connsiteY31" fmla="*/ 4151624 h 4794329"/>
              <a:gd name="connsiteX32" fmla="*/ 1888176 w 5774797"/>
              <a:gd name="connsiteY32" fmla="*/ 4151624 h 4794329"/>
              <a:gd name="connsiteX33" fmla="*/ 1888176 w 5774797"/>
              <a:gd name="connsiteY33" fmla="*/ 3853894 h 4794329"/>
              <a:gd name="connsiteX34" fmla="*/ 4963366 w 5774797"/>
              <a:gd name="connsiteY34" fmla="*/ 778704 h 4794329"/>
              <a:gd name="connsiteX35" fmla="*/ 5112231 w 5774797"/>
              <a:gd name="connsiteY35" fmla="*/ 717042 h 4794329"/>
              <a:gd name="connsiteX36" fmla="*/ 4555993 w 5774797"/>
              <a:gd name="connsiteY36" fmla="*/ 598413 h 4794329"/>
              <a:gd name="connsiteX37" fmla="*/ 4704858 w 5774797"/>
              <a:gd name="connsiteY37" fmla="*/ 660075 h 4794329"/>
              <a:gd name="connsiteX38" fmla="*/ 4704858 w 5774797"/>
              <a:gd name="connsiteY38" fmla="*/ 957805 h 4794329"/>
              <a:gd name="connsiteX39" fmla="*/ 959031 w 5774797"/>
              <a:gd name="connsiteY39" fmla="*/ 4703631 h 4794329"/>
              <a:gd name="connsiteX40" fmla="*/ 661301 w 5774797"/>
              <a:gd name="connsiteY40" fmla="*/ 4703631 h 4794329"/>
              <a:gd name="connsiteX41" fmla="*/ 661302 w 5774797"/>
              <a:gd name="connsiteY41" fmla="*/ 4703631 h 4794329"/>
              <a:gd name="connsiteX42" fmla="*/ 661302 w 5774797"/>
              <a:gd name="connsiteY42" fmla="*/ 4405901 h 4794329"/>
              <a:gd name="connsiteX43" fmla="*/ 4407128 w 5774797"/>
              <a:gd name="connsiteY43" fmla="*/ 660075 h 4794329"/>
              <a:gd name="connsiteX44" fmla="*/ 4555993 w 5774797"/>
              <a:gd name="connsiteY44" fmla="*/ 598413 h 4794329"/>
              <a:gd name="connsiteX45" fmla="*/ 3285716 w 5774797"/>
              <a:gd name="connsiteY45" fmla="*/ 530016 h 4794329"/>
              <a:gd name="connsiteX46" fmla="*/ 3434581 w 5774797"/>
              <a:gd name="connsiteY46" fmla="*/ 591677 h 4794329"/>
              <a:gd name="connsiteX47" fmla="*/ 3434581 w 5774797"/>
              <a:gd name="connsiteY47" fmla="*/ 889408 h 4794329"/>
              <a:gd name="connsiteX48" fmla="*/ 359390 w 5774797"/>
              <a:gd name="connsiteY48" fmla="*/ 3964597 h 4794329"/>
              <a:gd name="connsiteX49" fmla="*/ 61661 w 5774797"/>
              <a:gd name="connsiteY49" fmla="*/ 3964597 h 4794329"/>
              <a:gd name="connsiteX50" fmla="*/ 61662 w 5774797"/>
              <a:gd name="connsiteY50" fmla="*/ 3964597 h 4794329"/>
              <a:gd name="connsiteX51" fmla="*/ 61662 w 5774797"/>
              <a:gd name="connsiteY51" fmla="*/ 3666867 h 4794329"/>
              <a:gd name="connsiteX52" fmla="*/ 3136851 w 5774797"/>
              <a:gd name="connsiteY52" fmla="*/ 591677 h 4794329"/>
              <a:gd name="connsiteX53" fmla="*/ 3285716 w 5774797"/>
              <a:gd name="connsiteY53" fmla="*/ 530016 h 4794329"/>
              <a:gd name="connsiteX54" fmla="*/ 4139534 w 5774797"/>
              <a:gd name="connsiteY54" fmla="*/ 347526 h 4794329"/>
              <a:gd name="connsiteX55" fmla="*/ 4288399 w 5774797"/>
              <a:gd name="connsiteY55" fmla="*/ 409188 h 4794329"/>
              <a:gd name="connsiteX56" fmla="*/ 4288399 w 5774797"/>
              <a:gd name="connsiteY56" fmla="*/ 706919 h 4794329"/>
              <a:gd name="connsiteX57" fmla="*/ 1213208 w 5774797"/>
              <a:gd name="connsiteY57" fmla="*/ 3782108 h 4794329"/>
              <a:gd name="connsiteX58" fmla="*/ 915478 w 5774797"/>
              <a:gd name="connsiteY58" fmla="*/ 3782108 h 4794329"/>
              <a:gd name="connsiteX59" fmla="*/ 915479 w 5774797"/>
              <a:gd name="connsiteY59" fmla="*/ 3782108 h 4794329"/>
              <a:gd name="connsiteX60" fmla="*/ 915479 w 5774797"/>
              <a:gd name="connsiteY60" fmla="*/ 3484378 h 4794329"/>
              <a:gd name="connsiteX61" fmla="*/ 3990669 w 5774797"/>
              <a:gd name="connsiteY61" fmla="*/ 409188 h 4794329"/>
              <a:gd name="connsiteX62" fmla="*/ 4139534 w 5774797"/>
              <a:gd name="connsiteY62" fmla="*/ 347526 h 4794329"/>
              <a:gd name="connsiteX63" fmla="*/ 1664402 w 5774797"/>
              <a:gd name="connsiteY63" fmla="*/ 126303 h 4794329"/>
              <a:gd name="connsiteX64" fmla="*/ 1813267 w 5774797"/>
              <a:gd name="connsiteY64" fmla="*/ 187965 h 4794329"/>
              <a:gd name="connsiteX65" fmla="*/ 1813267 w 5774797"/>
              <a:gd name="connsiteY65" fmla="*/ 485695 h 4794329"/>
              <a:gd name="connsiteX66" fmla="*/ 554549 w 5774797"/>
              <a:gd name="connsiteY66" fmla="*/ 1744412 h 4794329"/>
              <a:gd name="connsiteX67" fmla="*/ 256818 w 5774797"/>
              <a:gd name="connsiteY67" fmla="*/ 1744412 h 4794329"/>
              <a:gd name="connsiteX68" fmla="*/ 256820 w 5774797"/>
              <a:gd name="connsiteY68" fmla="*/ 1744412 h 4794329"/>
              <a:gd name="connsiteX69" fmla="*/ 256820 w 5774797"/>
              <a:gd name="connsiteY69" fmla="*/ 1446682 h 4794329"/>
              <a:gd name="connsiteX70" fmla="*/ 1515537 w 5774797"/>
              <a:gd name="connsiteY70" fmla="*/ 187965 h 4794329"/>
              <a:gd name="connsiteX71" fmla="*/ 1664402 w 5774797"/>
              <a:gd name="connsiteY71" fmla="*/ 126303 h 4794329"/>
              <a:gd name="connsiteX72" fmla="*/ 3125460 w 5774797"/>
              <a:gd name="connsiteY72" fmla="*/ 18853 h 4794329"/>
              <a:gd name="connsiteX73" fmla="*/ 3274325 w 5774797"/>
              <a:gd name="connsiteY73" fmla="*/ 80515 h 4794329"/>
              <a:gd name="connsiteX74" fmla="*/ 3274325 w 5774797"/>
              <a:gd name="connsiteY74" fmla="*/ 378245 h 4794329"/>
              <a:gd name="connsiteX75" fmla="*/ 552641 w 5774797"/>
              <a:gd name="connsiteY75" fmla="*/ 3099928 h 4794329"/>
              <a:gd name="connsiteX76" fmla="*/ 254911 w 5774797"/>
              <a:gd name="connsiteY76" fmla="*/ 3099928 h 4794329"/>
              <a:gd name="connsiteX77" fmla="*/ 254912 w 5774797"/>
              <a:gd name="connsiteY77" fmla="*/ 3099928 h 4794329"/>
              <a:gd name="connsiteX78" fmla="*/ 254912 w 5774797"/>
              <a:gd name="connsiteY78" fmla="*/ 2802198 h 4794329"/>
              <a:gd name="connsiteX79" fmla="*/ 2976595 w 5774797"/>
              <a:gd name="connsiteY79" fmla="*/ 80515 h 4794329"/>
              <a:gd name="connsiteX80" fmla="*/ 3125460 w 5774797"/>
              <a:gd name="connsiteY80" fmla="*/ 18853 h 4794329"/>
              <a:gd name="connsiteX81" fmla="*/ 2465583 w 5774797"/>
              <a:gd name="connsiteY81" fmla="*/ 0 h 4794329"/>
              <a:gd name="connsiteX82" fmla="*/ 2614448 w 5774797"/>
              <a:gd name="connsiteY82" fmla="*/ 61662 h 4794329"/>
              <a:gd name="connsiteX83" fmla="*/ 2614448 w 5774797"/>
              <a:gd name="connsiteY83" fmla="*/ 359392 h 4794329"/>
              <a:gd name="connsiteX84" fmla="*/ 632768 w 5774797"/>
              <a:gd name="connsiteY84" fmla="*/ 2341071 h 4794329"/>
              <a:gd name="connsiteX85" fmla="*/ 335037 w 5774797"/>
              <a:gd name="connsiteY85" fmla="*/ 2341071 h 4794329"/>
              <a:gd name="connsiteX86" fmla="*/ 335039 w 5774797"/>
              <a:gd name="connsiteY86" fmla="*/ 2341071 h 4794329"/>
              <a:gd name="connsiteX87" fmla="*/ 335039 w 5774797"/>
              <a:gd name="connsiteY87" fmla="*/ 2043341 h 4794329"/>
              <a:gd name="connsiteX88" fmla="*/ 2316718 w 5774797"/>
              <a:gd name="connsiteY88" fmla="*/ 61662 h 4794329"/>
              <a:gd name="connsiteX89" fmla="*/ 2465583 w 5774797"/>
              <a:gd name="connsiteY89" fmla="*/ 0 h 479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774797" h="4794329">
                <a:moveTo>
                  <a:pt x="4633897" y="3202389"/>
                </a:moveTo>
                <a:cubicBezTo>
                  <a:pt x="4687776" y="3202389"/>
                  <a:pt x="4741654" y="3222943"/>
                  <a:pt x="4782762" y="3264051"/>
                </a:cubicBezTo>
                <a:cubicBezTo>
                  <a:pt x="4864978" y="3346267"/>
                  <a:pt x="4864978" y="3479565"/>
                  <a:pt x="4782762" y="3561781"/>
                </a:cubicBezTo>
                <a:lnTo>
                  <a:pt x="4122323" y="4222219"/>
                </a:lnTo>
                <a:cubicBezTo>
                  <a:pt x="4040107" y="4304435"/>
                  <a:pt x="3906809" y="4304435"/>
                  <a:pt x="3824593" y="4222219"/>
                </a:cubicBezTo>
                <a:lnTo>
                  <a:pt x="3824594" y="4222219"/>
                </a:lnTo>
                <a:cubicBezTo>
                  <a:pt x="3742378" y="4140003"/>
                  <a:pt x="3742378" y="4006704"/>
                  <a:pt x="3824594" y="3924488"/>
                </a:cubicBezTo>
                <a:lnTo>
                  <a:pt x="4485032" y="3264051"/>
                </a:lnTo>
                <a:cubicBezTo>
                  <a:pt x="4526140" y="3222943"/>
                  <a:pt x="4580018" y="3202389"/>
                  <a:pt x="4633897" y="3202389"/>
                </a:cubicBezTo>
                <a:close/>
                <a:moveTo>
                  <a:pt x="4600666" y="1896653"/>
                </a:moveTo>
                <a:cubicBezTo>
                  <a:pt x="4654544" y="1896653"/>
                  <a:pt x="4708423" y="1917207"/>
                  <a:pt x="4749531" y="1958315"/>
                </a:cubicBezTo>
                <a:cubicBezTo>
                  <a:pt x="4831747" y="2040531"/>
                  <a:pt x="4831747" y="2173830"/>
                  <a:pt x="4749531" y="2256046"/>
                </a:cubicBezTo>
                <a:lnTo>
                  <a:pt x="2272908" y="4732667"/>
                </a:lnTo>
                <a:cubicBezTo>
                  <a:pt x="2190692" y="4814883"/>
                  <a:pt x="2057394" y="4814883"/>
                  <a:pt x="1975178" y="4732667"/>
                </a:cubicBezTo>
                <a:lnTo>
                  <a:pt x="1975180" y="4732667"/>
                </a:lnTo>
                <a:cubicBezTo>
                  <a:pt x="1892964" y="4650451"/>
                  <a:pt x="1892964" y="4517153"/>
                  <a:pt x="1975180" y="4434937"/>
                </a:cubicBezTo>
                <a:lnTo>
                  <a:pt x="4451801" y="1958315"/>
                </a:lnTo>
                <a:cubicBezTo>
                  <a:pt x="4492909" y="1917207"/>
                  <a:pt x="4546787" y="1896653"/>
                  <a:pt x="4600666" y="1896653"/>
                </a:cubicBezTo>
                <a:close/>
                <a:moveTo>
                  <a:pt x="5564270" y="1606041"/>
                </a:moveTo>
                <a:cubicBezTo>
                  <a:pt x="5618148" y="1606041"/>
                  <a:pt x="5672027" y="1626595"/>
                  <a:pt x="5713135" y="1667703"/>
                </a:cubicBezTo>
                <a:cubicBezTo>
                  <a:pt x="5795351" y="1749919"/>
                  <a:pt x="5795351" y="1883217"/>
                  <a:pt x="5713135" y="1965433"/>
                </a:cubicBezTo>
                <a:lnTo>
                  <a:pt x="3828060" y="3850507"/>
                </a:lnTo>
                <a:cubicBezTo>
                  <a:pt x="3745844" y="3932723"/>
                  <a:pt x="3612546" y="3932723"/>
                  <a:pt x="3530330" y="3850507"/>
                </a:cubicBezTo>
                <a:lnTo>
                  <a:pt x="3530331" y="3850507"/>
                </a:lnTo>
                <a:cubicBezTo>
                  <a:pt x="3448115" y="3768291"/>
                  <a:pt x="3448115" y="3634993"/>
                  <a:pt x="3530331" y="3552777"/>
                </a:cubicBezTo>
                <a:lnTo>
                  <a:pt x="5415405" y="1667703"/>
                </a:lnTo>
                <a:cubicBezTo>
                  <a:pt x="5456513" y="1626595"/>
                  <a:pt x="5510391" y="1606041"/>
                  <a:pt x="5564270" y="1606041"/>
                </a:cubicBezTo>
                <a:close/>
                <a:moveTo>
                  <a:pt x="5112231" y="717042"/>
                </a:moveTo>
                <a:cubicBezTo>
                  <a:pt x="5166109" y="717042"/>
                  <a:pt x="5219988" y="737596"/>
                  <a:pt x="5261096" y="778704"/>
                </a:cubicBezTo>
                <a:cubicBezTo>
                  <a:pt x="5343312" y="860920"/>
                  <a:pt x="5343312" y="994218"/>
                  <a:pt x="5261096" y="1076435"/>
                </a:cubicBezTo>
                <a:lnTo>
                  <a:pt x="2185905" y="4151624"/>
                </a:lnTo>
                <a:cubicBezTo>
                  <a:pt x="2103689" y="4233840"/>
                  <a:pt x="1970391" y="4233840"/>
                  <a:pt x="1888175" y="4151624"/>
                </a:cubicBezTo>
                <a:lnTo>
                  <a:pt x="1888176" y="4151624"/>
                </a:lnTo>
                <a:cubicBezTo>
                  <a:pt x="1805960" y="4069408"/>
                  <a:pt x="1805960" y="3936110"/>
                  <a:pt x="1888176" y="3853894"/>
                </a:cubicBezTo>
                <a:lnTo>
                  <a:pt x="4963366" y="778704"/>
                </a:lnTo>
                <a:cubicBezTo>
                  <a:pt x="5004474" y="737596"/>
                  <a:pt x="5058352" y="717042"/>
                  <a:pt x="5112231" y="717042"/>
                </a:cubicBezTo>
                <a:close/>
                <a:moveTo>
                  <a:pt x="4555993" y="598413"/>
                </a:moveTo>
                <a:cubicBezTo>
                  <a:pt x="4609872" y="598413"/>
                  <a:pt x="4663750" y="618967"/>
                  <a:pt x="4704858" y="660075"/>
                </a:cubicBezTo>
                <a:cubicBezTo>
                  <a:pt x="4787074" y="742291"/>
                  <a:pt x="4787074" y="875589"/>
                  <a:pt x="4704858" y="957805"/>
                </a:cubicBezTo>
                <a:lnTo>
                  <a:pt x="959031" y="4703631"/>
                </a:lnTo>
                <a:cubicBezTo>
                  <a:pt x="876815" y="4785847"/>
                  <a:pt x="743517" y="4785847"/>
                  <a:pt x="661301" y="4703631"/>
                </a:cubicBezTo>
                <a:lnTo>
                  <a:pt x="661302" y="4703631"/>
                </a:lnTo>
                <a:cubicBezTo>
                  <a:pt x="579087" y="4621415"/>
                  <a:pt x="579087" y="4488117"/>
                  <a:pt x="661302" y="4405901"/>
                </a:cubicBezTo>
                <a:lnTo>
                  <a:pt x="4407128" y="660075"/>
                </a:lnTo>
                <a:cubicBezTo>
                  <a:pt x="4448236" y="618967"/>
                  <a:pt x="4502115" y="598413"/>
                  <a:pt x="4555993" y="598413"/>
                </a:cubicBezTo>
                <a:close/>
                <a:moveTo>
                  <a:pt x="3285716" y="530016"/>
                </a:moveTo>
                <a:cubicBezTo>
                  <a:pt x="3339595" y="530015"/>
                  <a:pt x="3393473" y="550569"/>
                  <a:pt x="3434581" y="591677"/>
                </a:cubicBezTo>
                <a:cubicBezTo>
                  <a:pt x="3516797" y="673894"/>
                  <a:pt x="3516797" y="807191"/>
                  <a:pt x="3434581" y="889408"/>
                </a:cubicBezTo>
                <a:lnTo>
                  <a:pt x="359390" y="3964597"/>
                </a:lnTo>
                <a:cubicBezTo>
                  <a:pt x="277175" y="4046813"/>
                  <a:pt x="143876" y="4046813"/>
                  <a:pt x="61661" y="3964597"/>
                </a:cubicBezTo>
                <a:lnTo>
                  <a:pt x="61662" y="3964597"/>
                </a:lnTo>
                <a:cubicBezTo>
                  <a:pt x="-20554" y="3882381"/>
                  <a:pt x="-20554" y="3749083"/>
                  <a:pt x="61662" y="3666867"/>
                </a:cubicBezTo>
                <a:lnTo>
                  <a:pt x="3136851" y="591677"/>
                </a:lnTo>
                <a:cubicBezTo>
                  <a:pt x="3177959" y="550569"/>
                  <a:pt x="3231837" y="530015"/>
                  <a:pt x="3285716" y="530016"/>
                </a:cubicBezTo>
                <a:close/>
                <a:moveTo>
                  <a:pt x="4139534" y="347526"/>
                </a:moveTo>
                <a:cubicBezTo>
                  <a:pt x="4193413" y="347526"/>
                  <a:pt x="4247291" y="368080"/>
                  <a:pt x="4288399" y="409188"/>
                </a:cubicBezTo>
                <a:cubicBezTo>
                  <a:pt x="4370615" y="491405"/>
                  <a:pt x="4370615" y="624702"/>
                  <a:pt x="4288399" y="706919"/>
                </a:cubicBezTo>
                <a:lnTo>
                  <a:pt x="1213208" y="3782108"/>
                </a:lnTo>
                <a:cubicBezTo>
                  <a:pt x="1130992" y="3864324"/>
                  <a:pt x="997694" y="3864324"/>
                  <a:pt x="915478" y="3782108"/>
                </a:cubicBezTo>
                <a:lnTo>
                  <a:pt x="915479" y="3782108"/>
                </a:lnTo>
                <a:cubicBezTo>
                  <a:pt x="833263" y="3699892"/>
                  <a:pt x="833263" y="3566594"/>
                  <a:pt x="915479" y="3484378"/>
                </a:cubicBezTo>
                <a:lnTo>
                  <a:pt x="3990669" y="409188"/>
                </a:lnTo>
                <a:cubicBezTo>
                  <a:pt x="4031777" y="368080"/>
                  <a:pt x="4085655" y="347526"/>
                  <a:pt x="4139534" y="347526"/>
                </a:cubicBezTo>
                <a:close/>
                <a:moveTo>
                  <a:pt x="1664402" y="126303"/>
                </a:moveTo>
                <a:cubicBezTo>
                  <a:pt x="1718280" y="126303"/>
                  <a:pt x="1772159" y="146856"/>
                  <a:pt x="1813267" y="187965"/>
                </a:cubicBezTo>
                <a:cubicBezTo>
                  <a:pt x="1895483" y="270181"/>
                  <a:pt x="1895483" y="403479"/>
                  <a:pt x="1813267" y="485695"/>
                </a:cubicBezTo>
                <a:lnTo>
                  <a:pt x="554549" y="1744412"/>
                </a:lnTo>
                <a:cubicBezTo>
                  <a:pt x="472333" y="1826628"/>
                  <a:pt x="339035" y="1826628"/>
                  <a:pt x="256818" y="1744412"/>
                </a:cubicBezTo>
                <a:lnTo>
                  <a:pt x="256820" y="1744412"/>
                </a:lnTo>
                <a:cubicBezTo>
                  <a:pt x="174605" y="1662196"/>
                  <a:pt x="174605" y="1528898"/>
                  <a:pt x="256820" y="1446682"/>
                </a:cubicBezTo>
                <a:lnTo>
                  <a:pt x="1515537" y="187965"/>
                </a:lnTo>
                <a:cubicBezTo>
                  <a:pt x="1556645" y="146856"/>
                  <a:pt x="1610523" y="126303"/>
                  <a:pt x="1664402" y="126303"/>
                </a:cubicBezTo>
                <a:close/>
                <a:moveTo>
                  <a:pt x="3125460" y="18853"/>
                </a:moveTo>
                <a:cubicBezTo>
                  <a:pt x="3179339" y="18853"/>
                  <a:pt x="3233217" y="39407"/>
                  <a:pt x="3274325" y="80515"/>
                </a:cubicBezTo>
                <a:cubicBezTo>
                  <a:pt x="3356541" y="162731"/>
                  <a:pt x="3356541" y="296029"/>
                  <a:pt x="3274325" y="378245"/>
                </a:cubicBezTo>
                <a:lnTo>
                  <a:pt x="552641" y="3099928"/>
                </a:lnTo>
                <a:cubicBezTo>
                  <a:pt x="470425" y="3182144"/>
                  <a:pt x="337126" y="3182144"/>
                  <a:pt x="254911" y="3099928"/>
                </a:cubicBezTo>
                <a:lnTo>
                  <a:pt x="254912" y="3099928"/>
                </a:lnTo>
                <a:cubicBezTo>
                  <a:pt x="172696" y="3017712"/>
                  <a:pt x="172696" y="2884414"/>
                  <a:pt x="254912" y="2802198"/>
                </a:cubicBezTo>
                <a:lnTo>
                  <a:pt x="2976595" y="80515"/>
                </a:lnTo>
                <a:cubicBezTo>
                  <a:pt x="3017703" y="39407"/>
                  <a:pt x="3071581" y="18853"/>
                  <a:pt x="3125460" y="18853"/>
                </a:cubicBezTo>
                <a:close/>
                <a:moveTo>
                  <a:pt x="2465583" y="0"/>
                </a:moveTo>
                <a:cubicBezTo>
                  <a:pt x="2519461" y="0"/>
                  <a:pt x="2573340" y="20554"/>
                  <a:pt x="2614448" y="61662"/>
                </a:cubicBezTo>
                <a:cubicBezTo>
                  <a:pt x="2696664" y="143878"/>
                  <a:pt x="2696664" y="277176"/>
                  <a:pt x="2614448" y="359392"/>
                </a:cubicBezTo>
                <a:lnTo>
                  <a:pt x="632768" y="2341071"/>
                </a:lnTo>
                <a:cubicBezTo>
                  <a:pt x="550552" y="2423287"/>
                  <a:pt x="417253" y="2423287"/>
                  <a:pt x="335037" y="2341071"/>
                </a:cubicBezTo>
                <a:lnTo>
                  <a:pt x="335039" y="2341071"/>
                </a:lnTo>
                <a:cubicBezTo>
                  <a:pt x="252822" y="2258855"/>
                  <a:pt x="252822" y="2125557"/>
                  <a:pt x="335039" y="2043341"/>
                </a:cubicBezTo>
                <a:lnTo>
                  <a:pt x="2316718" y="61662"/>
                </a:lnTo>
                <a:cubicBezTo>
                  <a:pt x="2357826" y="20554"/>
                  <a:pt x="2411704" y="0"/>
                  <a:pt x="2465583" y="0"/>
                </a:cubicBezTo>
                <a:close/>
              </a:path>
            </a:pathLst>
          </a:custGeom>
          <a:pattFill prst="pct20">
            <a:fgClr>
              <a:schemeClr val="bg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33691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-18288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079744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030728" y="3438144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128760" y="3438144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464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 Cen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910449"/>
            <a:ext cx="12192000" cy="3708476"/>
          </a:xfrm>
        </p:spPr>
        <p:txBody>
          <a:bodyPr/>
          <a:lstStyle/>
          <a:p>
            <a:endParaRPr lang="id-ID"/>
          </a:p>
        </p:txBody>
      </p:sp>
      <p:sp>
        <p:nvSpPr>
          <p:cNvPr id="25" name="TextBox 24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44025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354515" y="2400839"/>
            <a:ext cx="1839260" cy="2016978"/>
          </a:xfrm>
          <a:custGeom>
            <a:avLst/>
            <a:gdLst>
              <a:gd name="connsiteX0" fmla="*/ 1938542 w 3877082"/>
              <a:gd name="connsiteY0" fmla="*/ 0 h 4497415"/>
              <a:gd name="connsiteX1" fmla="*/ 3877082 w 3877082"/>
              <a:gd name="connsiteY1" fmla="*/ 969271 h 4497415"/>
              <a:gd name="connsiteX2" fmla="*/ 3877082 w 3877082"/>
              <a:gd name="connsiteY2" fmla="*/ 3528144 h 4497415"/>
              <a:gd name="connsiteX3" fmla="*/ 1938542 w 3877082"/>
              <a:gd name="connsiteY3" fmla="*/ 4497415 h 4497415"/>
              <a:gd name="connsiteX4" fmla="*/ 0 w 3877082"/>
              <a:gd name="connsiteY4" fmla="*/ 3528144 h 4497415"/>
              <a:gd name="connsiteX5" fmla="*/ 0 w 3877082"/>
              <a:gd name="connsiteY5" fmla="*/ 969271 h 4497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7082" h="4497415">
                <a:moveTo>
                  <a:pt x="1938542" y="0"/>
                </a:moveTo>
                <a:lnTo>
                  <a:pt x="3877082" y="969271"/>
                </a:lnTo>
                <a:lnTo>
                  <a:pt x="3877082" y="3528144"/>
                </a:lnTo>
                <a:lnTo>
                  <a:pt x="1938542" y="4497415"/>
                </a:lnTo>
                <a:lnTo>
                  <a:pt x="0" y="3528144"/>
                </a:lnTo>
                <a:lnTo>
                  <a:pt x="0" y="9692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898932" y="2400839"/>
            <a:ext cx="1839260" cy="2016978"/>
          </a:xfrm>
          <a:custGeom>
            <a:avLst/>
            <a:gdLst>
              <a:gd name="connsiteX0" fmla="*/ 1938542 w 3877082"/>
              <a:gd name="connsiteY0" fmla="*/ 0 h 4497415"/>
              <a:gd name="connsiteX1" fmla="*/ 3877082 w 3877082"/>
              <a:gd name="connsiteY1" fmla="*/ 969271 h 4497415"/>
              <a:gd name="connsiteX2" fmla="*/ 3877082 w 3877082"/>
              <a:gd name="connsiteY2" fmla="*/ 3528144 h 4497415"/>
              <a:gd name="connsiteX3" fmla="*/ 1938542 w 3877082"/>
              <a:gd name="connsiteY3" fmla="*/ 4497415 h 4497415"/>
              <a:gd name="connsiteX4" fmla="*/ 0 w 3877082"/>
              <a:gd name="connsiteY4" fmla="*/ 3528144 h 4497415"/>
              <a:gd name="connsiteX5" fmla="*/ 0 w 3877082"/>
              <a:gd name="connsiteY5" fmla="*/ 969271 h 4497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7082" h="4497415">
                <a:moveTo>
                  <a:pt x="1938542" y="0"/>
                </a:moveTo>
                <a:lnTo>
                  <a:pt x="3877082" y="969271"/>
                </a:lnTo>
                <a:lnTo>
                  <a:pt x="3877082" y="3528144"/>
                </a:lnTo>
                <a:lnTo>
                  <a:pt x="1938542" y="4497415"/>
                </a:lnTo>
                <a:lnTo>
                  <a:pt x="0" y="3528144"/>
                </a:lnTo>
                <a:lnTo>
                  <a:pt x="0" y="9692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443349" y="2400839"/>
            <a:ext cx="1839260" cy="2016978"/>
          </a:xfrm>
          <a:custGeom>
            <a:avLst/>
            <a:gdLst>
              <a:gd name="connsiteX0" fmla="*/ 1938542 w 3877082"/>
              <a:gd name="connsiteY0" fmla="*/ 0 h 4497415"/>
              <a:gd name="connsiteX1" fmla="*/ 3877082 w 3877082"/>
              <a:gd name="connsiteY1" fmla="*/ 969271 h 4497415"/>
              <a:gd name="connsiteX2" fmla="*/ 3877082 w 3877082"/>
              <a:gd name="connsiteY2" fmla="*/ 3528144 h 4497415"/>
              <a:gd name="connsiteX3" fmla="*/ 1938542 w 3877082"/>
              <a:gd name="connsiteY3" fmla="*/ 4497415 h 4497415"/>
              <a:gd name="connsiteX4" fmla="*/ 0 w 3877082"/>
              <a:gd name="connsiteY4" fmla="*/ 3528144 h 4497415"/>
              <a:gd name="connsiteX5" fmla="*/ 0 w 3877082"/>
              <a:gd name="connsiteY5" fmla="*/ 969271 h 4497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7082" h="4497415">
                <a:moveTo>
                  <a:pt x="1938542" y="0"/>
                </a:moveTo>
                <a:lnTo>
                  <a:pt x="3877082" y="969271"/>
                </a:lnTo>
                <a:lnTo>
                  <a:pt x="3877082" y="3528144"/>
                </a:lnTo>
                <a:lnTo>
                  <a:pt x="1938542" y="4497415"/>
                </a:lnTo>
                <a:lnTo>
                  <a:pt x="0" y="3528144"/>
                </a:lnTo>
                <a:lnTo>
                  <a:pt x="0" y="9692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987766" y="2397093"/>
            <a:ext cx="1839260" cy="2016978"/>
          </a:xfrm>
          <a:custGeom>
            <a:avLst/>
            <a:gdLst>
              <a:gd name="connsiteX0" fmla="*/ 1938542 w 3877082"/>
              <a:gd name="connsiteY0" fmla="*/ 0 h 4497415"/>
              <a:gd name="connsiteX1" fmla="*/ 3877082 w 3877082"/>
              <a:gd name="connsiteY1" fmla="*/ 969271 h 4497415"/>
              <a:gd name="connsiteX2" fmla="*/ 3877082 w 3877082"/>
              <a:gd name="connsiteY2" fmla="*/ 3528144 h 4497415"/>
              <a:gd name="connsiteX3" fmla="*/ 1938542 w 3877082"/>
              <a:gd name="connsiteY3" fmla="*/ 4497415 h 4497415"/>
              <a:gd name="connsiteX4" fmla="*/ 0 w 3877082"/>
              <a:gd name="connsiteY4" fmla="*/ 3528144 h 4497415"/>
              <a:gd name="connsiteX5" fmla="*/ 0 w 3877082"/>
              <a:gd name="connsiteY5" fmla="*/ 969271 h 4497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7082" h="4497415">
                <a:moveTo>
                  <a:pt x="1938542" y="0"/>
                </a:moveTo>
                <a:lnTo>
                  <a:pt x="3877082" y="969271"/>
                </a:lnTo>
                <a:lnTo>
                  <a:pt x="3877082" y="3528144"/>
                </a:lnTo>
                <a:lnTo>
                  <a:pt x="1938542" y="4497415"/>
                </a:lnTo>
                <a:lnTo>
                  <a:pt x="0" y="3528144"/>
                </a:lnTo>
                <a:lnTo>
                  <a:pt x="0" y="9692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21434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4234068"/>
            <a:ext cx="12192000" cy="2623932"/>
          </a:xfrm>
        </p:spPr>
        <p:txBody>
          <a:bodyPr/>
          <a:lstStyle/>
          <a:p>
            <a:endParaRPr lang="id-ID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Oval 17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426895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ttom imag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4234068"/>
            <a:ext cx="12192000" cy="2623932"/>
          </a:xfrm>
        </p:spPr>
        <p:txBody>
          <a:bodyPr/>
          <a:lstStyle/>
          <a:p>
            <a:endParaRPr lang="id-ID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032541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ttom imag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930887" cy="6858000"/>
          </a:xfrm>
          <a:prstGeom prst="rtTriangl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943089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ttom image c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930887" cy="6858000"/>
          </a:xfrm>
          <a:prstGeom prst="rtTriangl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33" hasCustomPrompt="1"/>
          </p:nvPr>
        </p:nvSpPr>
        <p:spPr>
          <a:xfrm flipH="1">
            <a:off x="1217849" y="1520688"/>
            <a:ext cx="4683926" cy="3816626"/>
          </a:xfrm>
          <a:custGeom>
            <a:avLst/>
            <a:gdLst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677527 w 8328384"/>
              <a:gd name="connsiteY27" fmla="*/ 898884 h 4794329"/>
              <a:gd name="connsiteX28" fmla="*/ 1028254 w 8328384"/>
              <a:gd name="connsiteY28" fmla="*/ 898884 h 4794329"/>
              <a:gd name="connsiteX29" fmla="*/ 1705781 w 8328384"/>
              <a:gd name="connsiteY29" fmla="*/ 1576410 h 4794329"/>
              <a:gd name="connsiteX30" fmla="*/ 1028254 w 8328384"/>
              <a:gd name="connsiteY30" fmla="*/ 2253937 h 4794329"/>
              <a:gd name="connsiteX31" fmla="*/ 677527 w 8328384"/>
              <a:gd name="connsiteY31" fmla="*/ 2253937 h 4794329"/>
              <a:gd name="connsiteX32" fmla="*/ 0 w 8328384"/>
              <a:gd name="connsiteY32" fmla="*/ 1576410 h 4794329"/>
              <a:gd name="connsiteX33" fmla="*/ 677527 w 8328384"/>
              <a:gd name="connsiteY33" fmla="*/ 898884 h 4794329"/>
              <a:gd name="connsiteX34" fmla="*/ 7665818 w 8328384"/>
              <a:gd name="connsiteY34" fmla="*/ 717042 h 4794329"/>
              <a:gd name="connsiteX35" fmla="*/ 7814683 w 8328384"/>
              <a:gd name="connsiteY35" fmla="*/ 778704 h 4794329"/>
              <a:gd name="connsiteX36" fmla="*/ 7814683 w 8328384"/>
              <a:gd name="connsiteY36" fmla="*/ 1076435 h 4794329"/>
              <a:gd name="connsiteX37" fmla="*/ 4739492 w 8328384"/>
              <a:gd name="connsiteY37" fmla="*/ 4151624 h 4794329"/>
              <a:gd name="connsiteX38" fmla="*/ 4441762 w 8328384"/>
              <a:gd name="connsiteY38" fmla="*/ 4151624 h 4794329"/>
              <a:gd name="connsiteX39" fmla="*/ 4441763 w 8328384"/>
              <a:gd name="connsiteY39" fmla="*/ 4151624 h 4794329"/>
              <a:gd name="connsiteX40" fmla="*/ 4441763 w 8328384"/>
              <a:gd name="connsiteY40" fmla="*/ 3853894 h 4794329"/>
              <a:gd name="connsiteX41" fmla="*/ 7516953 w 8328384"/>
              <a:gd name="connsiteY41" fmla="*/ 778704 h 4794329"/>
              <a:gd name="connsiteX42" fmla="*/ 7665818 w 8328384"/>
              <a:gd name="connsiteY42" fmla="*/ 717042 h 4794329"/>
              <a:gd name="connsiteX43" fmla="*/ 7109580 w 8328384"/>
              <a:gd name="connsiteY43" fmla="*/ 598413 h 4794329"/>
              <a:gd name="connsiteX44" fmla="*/ 7258445 w 8328384"/>
              <a:gd name="connsiteY44" fmla="*/ 660075 h 4794329"/>
              <a:gd name="connsiteX45" fmla="*/ 7258445 w 8328384"/>
              <a:gd name="connsiteY45" fmla="*/ 957805 h 4794329"/>
              <a:gd name="connsiteX46" fmla="*/ 3512618 w 8328384"/>
              <a:gd name="connsiteY46" fmla="*/ 4703631 h 4794329"/>
              <a:gd name="connsiteX47" fmla="*/ 3214888 w 8328384"/>
              <a:gd name="connsiteY47" fmla="*/ 4703631 h 4794329"/>
              <a:gd name="connsiteX48" fmla="*/ 3214889 w 8328384"/>
              <a:gd name="connsiteY48" fmla="*/ 4703631 h 4794329"/>
              <a:gd name="connsiteX49" fmla="*/ 3214889 w 8328384"/>
              <a:gd name="connsiteY49" fmla="*/ 4405901 h 4794329"/>
              <a:gd name="connsiteX50" fmla="*/ 6960715 w 8328384"/>
              <a:gd name="connsiteY50" fmla="*/ 660075 h 4794329"/>
              <a:gd name="connsiteX51" fmla="*/ 7109580 w 8328384"/>
              <a:gd name="connsiteY51" fmla="*/ 598413 h 4794329"/>
              <a:gd name="connsiteX52" fmla="*/ 5839303 w 8328384"/>
              <a:gd name="connsiteY52" fmla="*/ 530016 h 4794329"/>
              <a:gd name="connsiteX53" fmla="*/ 5988168 w 8328384"/>
              <a:gd name="connsiteY53" fmla="*/ 591677 h 4794329"/>
              <a:gd name="connsiteX54" fmla="*/ 5988168 w 8328384"/>
              <a:gd name="connsiteY54" fmla="*/ 889408 h 4794329"/>
              <a:gd name="connsiteX55" fmla="*/ 2912977 w 8328384"/>
              <a:gd name="connsiteY55" fmla="*/ 3964597 h 4794329"/>
              <a:gd name="connsiteX56" fmla="*/ 2615248 w 8328384"/>
              <a:gd name="connsiteY56" fmla="*/ 3964597 h 4794329"/>
              <a:gd name="connsiteX57" fmla="*/ 2615249 w 8328384"/>
              <a:gd name="connsiteY57" fmla="*/ 3964597 h 4794329"/>
              <a:gd name="connsiteX58" fmla="*/ 2615249 w 8328384"/>
              <a:gd name="connsiteY58" fmla="*/ 3666867 h 4794329"/>
              <a:gd name="connsiteX59" fmla="*/ 5690438 w 8328384"/>
              <a:gd name="connsiteY59" fmla="*/ 591677 h 4794329"/>
              <a:gd name="connsiteX60" fmla="*/ 5839303 w 8328384"/>
              <a:gd name="connsiteY60" fmla="*/ 530016 h 4794329"/>
              <a:gd name="connsiteX61" fmla="*/ 6693121 w 8328384"/>
              <a:gd name="connsiteY61" fmla="*/ 347526 h 4794329"/>
              <a:gd name="connsiteX62" fmla="*/ 6841986 w 8328384"/>
              <a:gd name="connsiteY62" fmla="*/ 409188 h 4794329"/>
              <a:gd name="connsiteX63" fmla="*/ 6841986 w 8328384"/>
              <a:gd name="connsiteY63" fmla="*/ 706919 h 4794329"/>
              <a:gd name="connsiteX64" fmla="*/ 3766795 w 8328384"/>
              <a:gd name="connsiteY64" fmla="*/ 3782108 h 4794329"/>
              <a:gd name="connsiteX65" fmla="*/ 3469065 w 8328384"/>
              <a:gd name="connsiteY65" fmla="*/ 3782108 h 4794329"/>
              <a:gd name="connsiteX66" fmla="*/ 3469066 w 8328384"/>
              <a:gd name="connsiteY66" fmla="*/ 3782108 h 4794329"/>
              <a:gd name="connsiteX67" fmla="*/ 3469066 w 8328384"/>
              <a:gd name="connsiteY67" fmla="*/ 3484378 h 4794329"/>
              <a:gd name="connsiteX68" fmla="*/ 6544256 w 8328384"/>
              <a:gd name="connsiteY68" fmla="*/ 409188 h 4794329"/>
              <a:gd name="connsiteX69" fmla="*/ 6693121 w 8328384"/>
              <a:gd name="connsiteY69" fmla="*/ 347526 h 4794329"/>
              <a:gd name="connsiteX70" fmla="*/ 4217989 w 8328384"/>
              <a:gd name="connsiteY70" fmla="*/ 126303 h 4794329"/>
              <a:gd name="connsiteX71" fmla="*/ 4366854 w 8328384"/>
              <a:gd name="connsiteY71" fmla="*/ 187965 h 4794329"/>
              <a:gd name="connsiteX72" fmla="*/ 4366854 w 8328384"/>
              <a:gd name="connsiteY72" fmla="*/ 485695 h 4794329"/>
              <a:gd name="connsiteX73" fmla="*/ 3108136 w 8328384"/>
              <a:gd name="connsiteY73" fmla="*/ 1744412 h 4794329"/>
              <a:gd name="connsiteX74" fmla="*/ 2810405 w 8328384"/>
              <a:gd name="connsiteY74" fmla="*/ 1744412 h 4794329"/>
              <a:gd name="connsiteX75" fmla="*/ 2810407 w 8328384"/>
              <a:gd name="connsiteY75" fmla="*/ 1744412 h 4794329"/>
              <a:gd name="connsiteX76" fmla="*/ 2810407 w 8328384"/>
              <a:gd name="connsiteY76" fmla="*/ 1446682 h 4794329"/>
              <a:gd name="connsiteX77" fmla="*/ 4069124 w 8328384"/>
              <a:gd name="connsiteY77" fmla="*/ 187965 h 4794329"/>
              <a:gd name="connsiteX78" fmla="*/ 4217989 w 8328384"/>
              <a:gd name="connsiteY78" fmla="*/ 126303 h 4794329"/>
              <a:gd name="connsiteX79" fmla="*/ 5679047 w 8328384"/>
              <a:gd name="connsiteY79" fmla="*/ 18853 h 4794329"/>
              <a:gd name="connsiteX80" fmla="*/ 5827912 w 8328384"/>
              <a:gd name="connsiteY80" fmla="*/ 80515 h 4794329"/>
              <a:gd name="connsiteX81" fmla="*/ 5827912 w 8328384"/>
              <a:gd name="connsiteY81" fmla="*/ 378245 h 4794329"/>
              <a:gd name="connsiteX82" fmla="*/ 3106228 w 8328384"/>
              <a:gd name="connsiteY82" fmla="*/ 3099928 h 4794329"/>
              <a:gd name="connsiteX83" fmla="*/ 2808498 w 8328384"/>
              <a:gd name="connsiteY83" fmla="*/ 3099928 h 4794329"/>
              <a:gd name="connsiteX84" fmla="*/ 2808499 w 8328384"/>
              <a:gd name="connsiteY84" fmla="*/ 3099928 h 4794329"/>
              <a:gd name="connsiteX85" fmla="*/ 2808499 w 8328384"/>
              <a:gd name="connsiteY85" fmla="*/ 2802198 h 4794329"/>
              <a:gd name="connsiteX86" fmla="*/ 5530182 w 8328384"/>
              <a:gd name="connsiteY86" fmla="*/ 80515 h 4794329"/>
              <a:gd name="connsiteX87" fmla="*/ 5679047 w 8328384"/>
              <a:gd name="connsiteY87" fmla="*/ 18853 h 4794329"/>
              <a:gd name="connsiteX88" fmla="*/ 5019170 w 8328384"/>
              <a:gd name="connsiteY88" fmla="*/ 0 h 4794329"/>
              <a:gd name="connsiteX89" fmla="*/ 5168035 w 8328384"/>
              <a:gd name="connsiteY89" fmla="*/ 61662 h 4794329"/>
              <a:gd name="connsiteX90" fmla="*/ 5168035 w 8328384"/>
              <a:gd name="connsiteY90" fmla="*/ 359392 h 4794329"/>
              <a:gd name="connsiteX91" fmla="*/ 3186355 w 8328384"/>
              <a:gd name="connsiteY91" fmla="*/ 2341071 h 4794329"/>
              <a:gd name="connsiteX92" fmla="*/ 2888624 w 8328384"/>
              <a:gd name="connsiteY92" fmla="*/ 2341071 h 4794329"/>
              <a:gd name="connsiteX93" fmla="*/ 2888626 w 8328384"/>
              <a:gd name="connsiteY93" fmla="*/ 2341071 h 4794329"/>
              <a:gd name="connsiteX94" fmla="*/ 2888626 w 8328384"/>
              <a:gd name="connsiteY94" fmla="*/ 2043341 h 4794329"/>
              <a:gd name="connsiteX95" fmla="*/ 4870305 w 8328384"/>
              <a:gd name="connsiteY95" fmla="*/ 61662 h 4794329"/>
              <a:gd name="connsiteX96" fmla="*/ 5019170 w 8328384"/>
              <a:gd name="connsiteY96" fmla="*/ 0 h 4794329"/>
              <a:gd name="connsiteX0" fmla="*/ 7193726 w 8334626"/>
              <a:gd name="connsiteY0" fmla="*/ 3202389 h 4794329"/>
              <a:gd name="connsiteX1" fmla="*/ 7342591 w 8334626"/>
              <a:gd name="connsiteY1" fmla="*/ 3264051 h 4794329"/>
              <a:gd name="connsiteX2" fmla="*/ 7342591 w 8334626"/>
              <a:gd name="connsiteY2" fmla="*/ 3561781 h 4794329"/>
              <a:gd name="connsiteX3" fmla="*/ 6682152 w 8334626"/>
              <a:gd name="connsiteY3" fmla="*/ 4222219 h 4794329"/>
              <a:gd name="connsiteX4" fmla="*/ 6384422 w 8334626"/>
              <a:gd name="connsiteY4" fmla="*/ 4222219 h 4794329"/>
              <a:gd name="connsiteX5" fmla="*/ 6384423 w 8334626"/>
              <a:gd name="connsiteY5" fmla="*/ 4222219 h 4794329"/>
              <a:gd name="connsiteX6" fmla="*/ 6384423 w 8334626"/>
              <a:gd name="connsiteY6" fmla="*/ 3924488 h 4794329"/>
              <a:gd name="connsiteX7" fmla="*/ 7044861 w 8334626"/>
              <a:gd name="connsiteY7" fmla="*/ 3264051 h 4794329"/>
              <a:gd name="connsiteX8" fmla="*/ 7193726 w 8334626"/>
              <a:gd name="connsiteY8" fmla="*/ 3202389 h 4794329"/>
              <a:gd name="connsiteX9" fmla="*/ 7160495 w 8334626"/>
              <a:gd name="connsiteY9" fmla="*/ 1896653 h 4794329"/>
              <a:gd name="connsiteX10" fmla="*/ 7309360 w 8334626"/>
              <a:gd name="connsiteY10" fmla="*/ 1958315 h 4794329"/>
              <a:gd name="connsiteX11" fmla="*/ 7309360 w 8334626"/>
              <a:gd name="connsiteY11" fmla="*/ 2256046 h 4794329"/>
              <a:gd name="connsiteX12" fmla="*/ 4832737 w 8334626"/>
              <a:gd name="connsiteY12" fmla="*/ 4732667 h 4794329"/>
              <a:gd name="connsiteX13" fmla="*/ 4535007 w 8334626"/>
              <a:gd name="connsiteY13" fmla="*/ 4732667 h 4794329"/>
              <a:gd name="connsiteX14" fmla="*/ 4535009 w 8334626"/>
              <a:gd name="connsiteY14" fmla="*/ 4732667 h 4794329"/>
              <a:gd name="connsiteX15" fmla="*/ 4535009 w 8334626"/>
              <a:gd name="connsiteY15" fmla="*/ 4434937 h 4794329"/>
              <a:gd name="connsiteX16" fmla="*/ 7011630 w 8334626"/>
              <a:gd name="connsiteY16" fmla="*/ 1958315 h 4794329"/>
              <a:gd name="connsiteX17" fmla="*/ 7160495 w 8334626"/>
              <a:gd name="connsiteY17" fmla="*/ 1896653 h 4794329"/>
              <a:gd name="connsiteX18" fmla="*/ 8124099 w 8334626"/>
              <a:gd name="connsiteY18" fmla="*/ 1606041 h 4794329"/>
              <a:gd name="connsiteX19" fmla="*/ 8272964 w 8334626"/>
              <a:gd name="connsiteY19" fmla="*/ 1667703 h 4794329"/>
              <a:gd name="connsiteX20" fmla="*/ 8272964 w 8334626"/>
              <a:gd name="connsiteY20" fmla="*/ 1965433 h 4794329"/>
              <a:gd name="connsiteX21" fmla="*/ 6387889 w 8334626"/>
              <a:gd name="connsiteY21" fmla="*/ 3850507 h 4794329"/>
              <a:gd name="connsiteX22" fmla="*/ 6090159 w 8334626"/>
              <a:gd name="connsiteY22" fmla="*/ 3850507 h 4794329"/>
              <a:gd name="connsiteX23" fmla="*/ 6090160 w 8334626"/>
              <a:gd name="connsiteY23" fmla="*/ 3850507 h 4794329"/>
              <a:gd name="connsiteX24" fmla="*/ 6090160 w 8334626"/>
              <a:gd name="connsiteY24" fmla="*/ 3552777 h 4794329"/>
              <a:gd name="connsiteX25" fmla="*/ 7975234 w 8334626"/>
              <a:gd name="connsiteY25" fmla="*/ 1667703 h 4794329"/>
              <a:gd name="connsiteX26" fmla="*/ 8124099 w 8334626"/>
              <a:gd name="connsiteY26" fmla="*/ 1606041 h 4794329"/>
              <a:gd name="connsiteX27" fmla="*/ 6242 w 8334626"/>
              <a:gd name="connsiteY27" fmla="*/ 1576410 h 4794329"/>
              <a:gd name="connsiteX28" fmla="*/ 1034496 w 8334626"/>
              <a:gd name="connsiteY28" fmla="*/ 898884 h 4794329"/>
              <a:gd name="connsiteX29" fmla="*/ 1712023 w 8334626"/>
              <a:gd name="connsiteY29" fmla="*/ 1576410 h 4794329"/>
              <a:gd name="connsiteX30" fmla="*/ 1034496 w 8334626"/>
              <a:gd name="connsiteY30" fmla="*/ 2253937 h 4794329"/>
              <a:gd name="connsiteX31" fmla="*/ 683769 w 8334626"/>
              <a:gd name="connsiteY31" fmla="*/ 2253937 h 4794329"/>
              <a:gd name="connsiteX32" fmla="*/ 6242 w 8334626"/>
              <a:gd name="connsiteY32" fmla="*/ 1576410 h 4794329"/>
              <a:gd name="connsiteX33" fmla="*/ 7672060 w 8334626"/>
              <a:gd name="connsiteY33" fmla="*/ 717042 h 4794329"/>
              <a:gd name="connsiteX34" fmla="*/ 7820925 w 8334626"/>
              <a:gd name="connsiteY34" fmla="*/ 778704 h 4794329"/>
              <a:gd name="connsiteX35" fmla="*/ 7820925 w 8334626"/>
              <a:gd name="connsiteY35" fmla="*/ 1076435 h 4794329"/>
              <a:gd name="connsiteX36" fmla="*/ 4745734 w 8334626"/>
              <a:gd name="connsiteY36" fmla="*/ 4151624 h 4794329"/>
              <a:gd name="connsiteX37" fmla="*/ 4448004 w 8334626"/>
              <a:gd name="connsiteY37" fmla="*/ 4151624 h 4794329"/>
              <a:gd name="connsiteX38" fmla="*/ 4448005 w 8334626"/>
              <a:gd name="connsiteY38" fmla="*/ 4151624 h 4794329"/>
              <a:gd name="connsiteX39" fmla="*/ 4448005 w 8334626"/>
              <a:gd name="connsiteY39" fmla="*/ 3853894 h 4794329"/>
              <a:gd name="connsiteX40" fmla="*/ 7523195 w 8334626"/>
              <a:gd name="connsiteY40" fmla="*/ 778704 h 4794329"/>
              <a:gd name="connsiteX41" fmla="*/ 7672060 w 8334626"/>
              <a:gd name="connsiteY41" fmla="*/ 717042 h 4794329"/>
              <a:gd name="connsiteX42" fmla="*/ 7115822 w 8334626"/>
              <a:gd name="connsiteY42" fmla="*/ 598413 h 4794329"/>
              <a:gd name="connsiteX43" fmla="*/ 7264687 w 8334626"/>
              <a:gd name="connsiteY43" fmla="*/ 660075 h 4794329"/>
              <a:gd name="connsiteX44" fmla="*/ 7264687 w 8334626"/>
              <a:gd name="connsiteY44" fmla="*/ 957805 h 4794329"/>
              <a:gd name="connsiteX45" fmla="*/ 3518860 w 8334626"/>
              <a:gd name="connsiteY45" fmla="*/ 4703631 h 4794329"/>
              <a:gd name="connsiteX46" fmla="*/ 3221130 w 8334626"/>
              <a:gd name="connsiteY46" fmla="*/ 4703631 h 4794329"/>
              <a:gd name="connsiteX47" fmla="*/ 3221131 w 8334626"/>
              <a:gd name="connsiteY47" fmla="*/ 4703631 h 4794329"/>
              <a:gd name="connsiteX48" fmla="*/ 3221131 w 8334626"/>
              <a:gd name="connsiteY48" fmla="*/ 4405901 h 4794329"/>
              <a:gd name="connsiteX49" fmla="*/ 6966957 w 8334626"/>
              <a:gd name="connsiteY49" fmla="*/ 660075 h 4794329"/>
              <a:gd name="connsiteX50" fmla="*/ 7115822 w 8334626"/>
              <a:gd name="connsiteY50" fmla="*/ 598413 h 4794329"/>
              <a:gd name="connsiteX51" fmla="*/ 5845545 w 8334626"/>
              <a:gd name="connsiteY51" fmla="*/ 530016 h 4794329"/>
              <a:gd name="connsiteX52" fmla="*/ 5994410 w 8334626"/>
              <a:gd name="connsiteY52" fmla="*/ 591677 h 4794329"/>
              <a:gd name="connsiteX53" fmla="*/ 5994410 w 8334626"/>
              <a:gd name="connsiteY53" fmla="*/ 889408 h 4794329"/>
              <a:gd name="connsiteX54" fmla="*/ 2919219 w 8334626"/>
              <a:gd name="connsiteY54" fmla="*/ 3964597 h 4794329"/>
              <a:gd name="connsiteX55" fmla="*/ 2621490 w 8334626"/>
              <a:gd name="connsiteY55" fmla="*/ 3964597 h 4794329"/>
              <a:gd name="connsiteX56" fmla="*/ 2621491 w 8334626"/>
              <a:gd name="connsiteY56" fmla="*/ 3964597 h 4794329"/>
              <a:gd name="connsiteX57" fmla="*/ 2621491 w 8334626"/>
              <a:gd name="connsiteY57" fmla="*/ 3666867 h 4794329"/>
              <a:gd name="connsiteX58" fmla="*/ 5696680 w 8334626"/>
              <a:gd name="connsiteY58" fmla="*/ 591677 h 4794329"/>
              <a:gd name="connsiteX59" fmla="*/ 5845545 w 8334626"/>
              <a:gd name="connsiteY59" fmla="*/ 530016 h 4794329"/>
              <a:gd name="connsiteX60" fmla="*/ 6699363 w 8334626"/>
              <a:gd name="connsiteY60" fmla="*/ 347526 h 4794329"/>
              <a:gd name="connsiteX61" fmla="*/ 6848228 w 8334626"/>
              <a:gd name="connsiteY61" fmla="*/ 409188 h 4794329"/>
              <a:gd name="connsiteX62" fmla="*/ 6848228 w 8334626"/>
              <a:gd name="connsiteY62" fmla="*/ 706919 h 4794329"/>
              <a:gd name="connsiteX63" fmla="*/ 3773037 w 8334626"/>
              <a:gd name="connsiteY63" fmla="*/ 3782108 h 4794329"/>
              <a:gd name="connsiteX64" fmla="*/ 3475307 w 8334626"/>
              <a:gd name="connsiteY64" fmla="*/ 3782108 h 4794329"/>
              <a:gd name="connsiteX65" fmla="*/ 3475308 w 8334626"/>
              <a:gd name="connsiteY65" fmla="*/ 3782108 h 4794329"/>
              <a:gd name="connsiteX66" fmla="*/ 3475308 w 8334626"/>
              <a:gd name="connsiteY66" fmla="*/ 3484378 h 4794329"/>
              <a:gd name="connsiteX67" fmla="*/ 6550498 w 8334626"/>
              <a:gd name="connsiteY67" fmla="*/ 409188 h 4794329"/>
              <a:gd name="connsiteX68" fmla="*/ 6699363 w 8334626"/>
              <a:gd name="connsiteY68" fmla="*/ 347526 h 4794329"/>
              <a:gd name="connsiteX69" fmla="*/ 4224231 w 8334626"/>
              <a:gd name="connsiteY69" fmla="*/ 126303 h 4794329"/>
              <a:gd name="connsiteX70" fmla="*/ 4373096 w 8334626"/>
              <a:gd name="connsiteY70" fmla="*/ 187965 h 4794329"/>
              <a:gd name="connsiteX71" fmla="*/ 4373096 w 8334626"/>
              <a:gd name="connsiteY71" fmla="*/ 485695 h 4794329"/>
              <a:gd name="connsiteX72" fmla="*/ 3114378 w 8334626"/>
              <a:gd name="connsiteY72" fmla="*/ 1744412 h 4794329"/>
              <a:gd name="connsiteX73" fmla="*/ 2816647 w 8334626"/>
              <a:gd name="connsiteY73" fmla="*/ 1744412 h 4794329"/>
              <a:gd name="connsiteX74" fmla="*/ 2816649 w 8334626"/>
              <a:gd name="connsiteY74" fmla="*/ 1744412 h 4794329"/>
              <a:gd name="connsiteX75" fmla="*/ 2816649 w 8334626"/>
              <a:gd name="connsiteY75" fmla="*/ 1446682 h 4794329"/>
              <a:gd name="connsiteX76" fmla="*/ 4075366 w 8334626"/>
              <a:gd name="connsiteY76" fmla="*/ 187965 h 4794329"/>
              <a:gd name="connsiteX77" fmla="*/ 4224231 w 8334626"/>
              <a:gd name="connsiteY77" fmla="*/ 126303 h 4794329"/>
              <a:gd name="connsiteX78" fmla="*/ 5685289 w 8334626"/>
              <a:gd name="connsiteY78" fmla="*/ 18853 h 4794329"/>
              <a:gd name="connsiteX79" fmla="*/ 5834154 w 8334626"/>
              <a:gd name="connsiteY79" fmla="*/ 80515 h 4794329"/>
              <a:gd name="connsiteX80" fmla="*/ 5834154 w 8334626"/>
              <a:gd name="connsiteY80" fmla="*/ 378245 h 4794329"/>
              <a:gd name="connsiteX81" fmla="*/ 3112470 w 8334626"/>
              <a:gd name="connsiteY81" fmla="*/ 3099928 h 4794329"/>
              <a:gd name="connsiteX82" fmla="*/ 2814740 w 8334626"/>
              <a:gd name="connsiteY82" fmla="*/ 3099928 h 4794329"/>
              <a:gd name="connsiteX83" fmla="*/ 2814741 w 8334626"/>
              <a:gd name="connsiteY83" fmla="*/ 3099928 h 4794329"/>
              <a:gd name="connsiteX84" fmla="*/ 2814741 w 8334626"/>
              <a:gd name="connsiteY84" fmla="*/ 2802198 h 4794329"/>
              <a:gd name="connsiteX85" fmla="*/ 5536424 w 8334626"/>
              <a:gd name="connsiteY85" fmla="*/ 80515 h 4794329"/>
              <a:gd name="connsiteX86" fmla="*/ 5685289 w 8334626"/>
              <a:gd name="connsiteY86" fmla="*/ 18853 h 4794329"/>
              <a:gd name="connsiteX87" fmla="*/ 5025412 w 8334626"/>
              <a:gd name="connsiteY87" fmla="*/ 0 h 4794329"/>
              <a:gd name="connsiteX88" fmla="*/ 5174277 w 8334626"/>
              <a:gd name="connsiteY88" fmla="*/ 61662 h 4794329"/>
              <a:gd name="connsiteX89" fmla="*/ 5174277 w 8334626"/>
              <a:gd name="connsiteY89" fmla="*/ 359392 h 4794329"/>
              <a:gd name="connsiteX90" fmla="*/ 3192597 w 8334626"/>
              <a:gd name="connsiteY90" fmla="*/ 2341071 h 4794329"/>
              <a:gd name="connsiteX91" fmla="*/ 2894866 w 8334626"/>
              <a:gd name="connsiteY91" fmla="*/ 2341071 h 4794329"/>
              <a:gd name="connsiteX92" fmla="*/ 2894868 w 8334626"/>
              <a:gd name="connsiteY92" fmla="*/ 2341071 h 4794329"/>
              <a:gd name="connsiteX93" fmla="*/ 2894868 w 8334626"/>
              <a:gd name="connsiteY93" fmla="*/ 2043341 h 4794329"/>
              <a:gd name="connsiteX94" fmla="*/ 4876547 w 8334626"/>
              <a:gd name="connsiteY94" fmla="*/ 61662 h 4794329"/>
              <a:gd name="connsiteX95" fmla="*/ 5025412 w 8334626"/>
              <a:gd name="connsiteY95" fmla="*/ 0 h 4794329"/>
              <a:gd name="connsiteX0" fmla="*/ 7223556 w 8364456"/>
              <a:gd name="connsiteY0" fmla="*/ 3202389 h 4794329"/>
              <a:gd name="connsiteX1" fmla="*/ 7372421 w 8364456"/>
              <a:gd name="connsiteY1" fmla="*/ 3264051 h 4794329"/>
              <a:gd name="connsiteX2" fmla="*/ 7372421 w 8364456"/>
              <a:gd name="connsiteY2" fmla="*/ 3561781 h 4794329"/>
              <a:gd name="connsiteX3" fmla="*/ 6711982 w 8364456"/>
              <a:gd name="connsiteY3" fmla="*/ 4222219 h 4794329"/>
              <a:gd name="connsiteX4" fmla="*/ 6414252 w 8364456"/>
              <a:gd name="connsiteY4" fmla="*/ 4222219 h 4794329"/>
              <a:gd name="connsiteX5" fmla="*/ 6414253 w 8364456"/>
              <a:gd name="connsiteY5" fmla="*/ 4222219 h 4794329"/>
              <a:gd name="connsiteX6" fmla="*/ 6414253 w 8364456"/>
              <a:gd name="connsiteY6" fmla="*/ 3924488 h 4794329"/>
              <a:gd name="connsiteX7" fmla="*/ 7074691 w 8364456"/>
              <a:gd name="connsiteY7" fmla="*/ 3264051 h 4794329"/>
              <a:gd name="connsiteX8" fmla="*/ 7223556 w 8364456"/>
              <a:gd name="connsiteY8" fmla="*/ 3202389 h 4794329"/>
              <a:gd name="connsiteX9" fmla="*/ 7190325 w 8364456"/>
              <a:gd name="connsiteY9" fmla="*/ 1896653 h 4794329"/>
              <a:gd name="connsiteX10" fmla="*/ 7339190 w 8364456"/>
              <a:gd name="connsiteY10" fmla="*/ 1958315 h 4794329"/>
              <a:gd name="connsiteX11" fmla="*/ 7339190 w 8364456"/>
              <a:gd name="connsiteY11" fmla="*/ 2256046 h 4794329"/>
              <a:gd name="connsiteX12" fmla="*/ 4862567 w 8364456"/>
              <a:gd name="connsiteY12" fmla="*/ 4732667 h 4794329"/>
              <a:gd name="connsiteX13" fmla="*/ 4564837 w 8364456"/>
              <a:gd name="connsiteY13" fmla="*/ 4732667 h 4794329"/>
              <a:gd name="connsiteX14" fmla="*/ 4564839 w 8364456"/>
              <a:gd name="connsiteY14" fmla="*/ 4732667 h 4794329"/>
              <a:gd name="connsiteX15" fmla="*/ 4564839 w 8364456"/>
              <a:gd name="connsiteY15" fmla="*/ 4434937 h 4794329"/>
              <a:gd name="connsiteX16" fmla="*/ 7041460 w 8364456"/>
              <a:gd name="connsiteY16" fmla="*/ 1958315 h 4794329"/>
              <a:gd name="connsiteX17" fmla="*/ 7190325 w 8364456"/>
              <a:gd name="connsiteY17" fmla="*/ 1896653 h 4794329"/>
              <a:gd name="connsiteX18" fmla="*/ 8153929 w 8364456"/>
              <a:gd name="connsiteY18" fmla="*/ 1606041 h 4794329"/>
              <a:gd name="connsiteX19" fmla="*/ 8302794 w 8364456"/>
              <a:gd name="connsiteY19" fmla="*/ 1667703 h 4794329"/>
              <a:gd name="connsiteX20" fmla="*/ 8302794 w 8364456"/>
              <a:gd name="connsiteY20" fmla="*/ 1965433 h 4794329"/>
              <a:gd name="connsiteX21" fmla="*/ 6417719 w 8364456"/>
              <a:gd name="connsiteY21" fmla="*/ 3850507 h 4794329"/>
              <a:gd name="connsiteX22" fmla="*/ 6119989 w 8364456"/>
              <a:gd name="connsiteY22" fmla="*/ 3850507 h 4794329"/>
              <a:gd name="connsiteX23" fmla="*/ 6119990 w 8364456"/>
              <a:gd name="connsiteY23" fmla="*/ 3850507 h 4794329"/>
              <a:gd name="connsiteX24" fmla="*/ 6119990 w 8364456"/>
              <a:gd name="connsiteY24" fmla="*/ 3552777 h 4794329"/>
              <a:gd name="connsiteX25" fmla="*/ 8005064 w 8364456"/>
              <a:gd name="connsiteY25" fmla="*/ 1667703 h 4794329"/>
              <a:gd name="connsiteX26" fmla="*/ 8153929 w 8364456"/>
              <a:gd name="connsiteY26" fmla="*/ 1606041 h 4794329"/>
              <a:gd name="connsiteX27" fmla="*/ 36072 w 8364456"/>
              <a:gd name="connsiteY27" fmla="*/ 1576410 h 4794329"/>
              <a:gd name="connsiteX28" fmla="*/ 1741853 w 8364456"/>
              <a:gd name="connsiteY28" fmla="*/ 1576410 h 4794329"/>
              <a:gd name="connsiteX29" fmla="*/ 1064326 w 8364456"/>
              <a:gd name="connsiteY29" fmla="*/ 2253937 h 4794329"/>
              <a:gd name="connsiteX30" fmla="*/ 713599 w 8364456"/>
              <a:gd name="connsiteY30" fmla="*/ 2253937 h 4794329"/>
              <a:gd name="connsiteX31" fmla="*/ 36072 w 8364456"/>
              <a:gd name="connsiteY31" fmla="*/ 1576410 h 4794329"/>
              <a:gd name="connsiteX32" fmla="*/ 7701890 w 8364456"/>
              <a:gd name="connsiteY32" fmla="*/ 717042 h 4794329"/>
              <a:gd name="connsiteX33" fmla="*/ 7850755 w 8364456"/>
              <a:gd name="connsiteY33" fmla="*/ 778704 h 4794329"/>
              <a:gd name="connsiteX34" fmla="*/ 7850755 w 8364456"/>
              <a:gd name="connsiteY34" fmla="*/ 1076435 h 4794329"/>
              <a:gd name="connsiteX35" fmla="*/ 4775564 w 8364456"/>
              <a:gd name="connsiteY35" fmla="*/ 4151624 h 4794329"/>
              <a:gd name="connsiteX36" fmla="*/ 4477834 w 8364456"/>
              <a:gd name="connsiteY36" fmla="*/ 4151624 h 4794329"/>
              <a:gd name="connsiteX37" fmla="*/ 4477835 w 8364456"/>
              <a:gd name="connsiteY37" fmla="*/ 4151624 h 4794329"/>
              <a:gd name="connsiteX38" fmla="*/ 4477835 w 8364456"/>
              <a:gd name="connsiteY38" fmla="*/ 3853894 h 4794329"/>
              <a:gd name="connsiteX39" fmla="*/ 7553025 w 8364456"/>
              <a:gd name="connsiteY39" fmla="*/ 778704 h 4794329"/>
              <a:gd name="connsiteX40" fmla="*/ 7701890 w 8364456"/>
              <a:gd name="connsiteY40" fmla="*/ 717042 h 4794329"/>
              <a:gd name="connsiteX41" fmla="*/ 7145652 w 8364456"/>
              <a:gd name="connsiteY41" fmla="*/ 598413 h 4794329"/>
              <a:gd name="connsiteX42" fmla="*/ 7294517 w 8364456"/>
              <a:gd name="connsiteY42" fmla="*/ 660075 h 4794329"/>
              <a:gd name="connsiteX43" fmla="*/ 7294517 w 8364456"/>
              <a:gd name="connsiteY43" fmla="*/ 957805 h 4794329"/>
              <a:gd name="connsiteX44" fmla="*/ 3548690 w 8364456"/>
              <a:gd name="connsiteY44" fmla="*/ 4703631 h 4794329"/>
              <a:gd name="connsiteX45" fmla="*/ 3250960 w 8364456"/>
              <a:gd name="connsiteY45" fmla="*/ 4703631 h 4794329"/>
              <a:gd name="connsiteX46" fmla="*/ 3250961 w 8364456"/>
              <a:gd name="connsiteY46" fmla="*/ 4703631 h 4794329"/>
              <a:gd name="connsiteX47" fmla="*/ 3250961 w 8364456"/>
              <a:gd name="connsiteY47" fmla="*/ 4405901 h 4794329"/>
              <a:gd name="connsiteX48" fmla="*/ 6996787 w 8364456"/>
              <a:gd name="connsiteY48" fmla="*/ 660075 h 4794329"/>
              <a:gd name="connsiteX49" fmla="*/ 7145652 w 8364456"/>
              <a:gd name="connsiteY49" fmla="*/ 598413 h 4794329"/>
              <a:gd name="connsiteX50" fmla="*/ 5875375 w 8364456"/>
              <a:gd name="connsiteY50" fmla="*/ 530016 h 4794329"/>
              <a:gd name="connsiteX51" fmla="*/ 6024240 w 8364456"/>
              <a:gd name="connsiteY51" fmla="*/ 591677 h 4794329"/>
              <a:gd name="connsiteX52" fmla="*/ 6024240 w 8364456"/>
              <a:gd name="connsiteY52" fmla="*/ 889408 h 4794329"/>
              <a:gd name="connsiteX53" fmla="*/ 2949049 w 8364456"/>
              <a:gd name="connsiteY53" fmla="*/ 3964597 h 4794329"/>
              <a:gd name="connsiteX54" fmla="*/ 2651320 w 8364456"/>
              <a:gd name="connsiteY54" fmla="*/ 3964597 h 4794329"/>
              <a:gd name="connsiteX55" fmla="*/ 2651321 w 8364456"/>
              <a:gd name="connsiteY55" fmla="*/ 3964597 h 4794329"/>
              <a:gd name="connsiteX56" fmla="*/ 2651321 w 8364456"/>
              <a:gd name="connsiteY56" fmla="*/ 3666867 h 4794329"/>
              <a:gd name="connsiteX57" fmla="*/ 5726510 w 8364456"/>
              <a:gd name="connsiteY57" fmla="*/ 591677 h 4794329"/>
              <a:gd name="connsiteX58" fmla="*/ 5875375 w 8364456"/>
              <a:gd name="connsiteY58" fmla="*/ 530016 h 4794329"/>
              <a:gd name="connsiteX59" fmla="*/ 6729193 w 8364456"/>
              <a:gd name="connsiteY59" fmla="*/ 347526 h 4794329"/>
              <a:gd name="connsiteX60" fmla="*/ 6878058 w 8364456"/>
              <a:gd name="connsiteY60" fmla="*/ 409188 h 4794329"/>
              <a:gd name="connsiteX61" fmla="*/ 6878058 w 8364456"/>
              <a:gd name="connsiteY61" fmla="*/ 706919 h 4794329"/>
              <a:gd name="connsiteX62" fmla="*/ 3802867 w 8364456"/>
              <a:gd name="connsiteY62" fmla="*/ 3782108 h 4794329"/>
              <a:gd name="connsiteX63" fmla="*/ 3505137 w 8364456"/>
              <a:gd name="connsiteY63" fmla="*/ 3782108 h 4794329"/>
              <a:gd name="connsiteX64" fmla="*/ 3505138 w 8364456"/>
              <a:gd name="connsiteY64" fmla="*/ 3782108 h 4794329"/>
              <a:gd name="connsiteX65" fmla="*/ 3505138 w 8364456"/>
              <a:gd name="connsiteY65" fmla="*/ 3484378 h 4794329"/>
              <a:gd name="connsiteX66" fmla="*/ 6580328 w 8364456"/>
              <a:gd name="connsiteY66" fmla="*/ 409188 h 4794329"/>
              <a:gd name="connsiteX67" fmla="*/ 6729193 w 8364456"/>
              <a:gd name="connsiteY67" fmla="*/ 347526 h 4794329"/>
              <a:gd name="connsiteX68" fmla="*/ 4254061 w 8364456"/>
              <a:gd name="connsiteY68" fmla="*/ 126303 h 4794329"/>
              <a:gd name="connsiteX69" fmla="*/ 4402926 w 8364456"/>
              <a:gd name="connsiteY69" fmla="*/ 187965 h 4794329"/>
              <a:gd name="connsiteX70" fmla="*/ 4402926 w 8364456"/>
              <a:gd name="connsiteY70" fmla="*/ 485695 h 4794329"/>
              <a:gd name="connsiteX71" fmla="*/ 3144208 w 8364456"/>
              <a:gd name="connsiteY71" fmla="*/ 1744412 h 4794329"/>
              <a:gd name="connsiteX72" fmla="*/ 2846477 w 8364456"/>
              <a:gd name="connsiteY72" fmla="*/ 1744412 h 4794329"/>
              <a:gd name="connsiteX73" fmla="*/ 2846479 w 8364456"/>
              <a:gd name="connsiteY73" fmla="*/ 1744412 h 4794329"/>
              <a:gd name="connsiteX74" fmla="*/ 2846479 w 8364456"/>
              <a:gd name="connsiteY74" fmla="*/ 1446682 h 4794329"/>
              <a:gd name="connsiteX75" fmla="*/ 4105196 w 8364456"/>
              <a:gd name="connsiteY75" fmla="*/ 187965 h 4794329"/>
              <a:gd name="connsiteX76" fmla="*/ 4254061 w 8364456"/>
              <a:gd name="connsiteY76" fmla="*/ 126303 h 4794329"/>
              <a:gd name="connsiteX77" fmla="*/ 5715119 w 8364456"/>
              <a:gd name="connsiteY77" fmla="*/ 18853 h 4794329"/>
              <a:gd name="connsiteX78" fmla="*/ 5863984 w 8364456"/>
              <a:gd name="connsiteY78" fmla="*/ 80515 h 4794329"/>
              <a:gd name="connsiteX79" fmla="*/ 5863984 w 8364456"/>
              <a:gd name="connsiteY79" fmla="*/ 378245 h 4794329"/>
              <a:gd name="connsiteX80" fmla="*/ 3142300 w 8364456"/>
              <a:gd name="connsiteY80" fmla="*/ 3099928 h 4794329"/>
              <a:gd name="connsiteX81" fmla="*/ 2844570 w 8364456"/>
              <a:gd name="connsiteY81" fmla="*/ 3099928 h 4794329"/>
              <a:gd name="connsiteX82" fmla="*/ 2844571 w 8364456"/>
              <a:gd name="connsiteY82" fmla="*/ 3099928 h 4794329"/>
              <a:gd name="connsiteX83" fmla="*/ 2844571 w 8364456"/>
              <a:gd name="connsiteY83" fmla="*/ 2802198 h 4794329"/>
              <a:gd name="connsiteX84" fmla="*/ 5566254 w 8364456"/>
              <a:gd name="connsiteY84" fmla="*/ 80515 h 4794329"/>
              <a:gd name="connsiteX85" fmla="*/ 5715119 w 8364456"/>
              <a:gd name="connsiteY85" fmla="*/ 18853 h 4794329"/>
              <a:gd name="connsiteX86" fmla="*/ 5055242 w 8364456"/>
              <a:gd name="connsiteY86" fmla="*/ 0 h 4794329"/>
              <a:gd name="connsiteX87" fmla="*/ 5204107 w 8364456"/>
              <a:gd name="connsiteY87" fmla="*/ 61662 h 4794329"/>
              <a:gd name="connsiteX88" fmla="*/ 5204107 w 8364456"/>
              <a:gd name="connsiteY88" fmla="*/ 359392 h 4794329"/>
              <a:gd name="connsiteX89" fmla="*/ 3222427 w 8364456"/>
              <a:gd name="connsiteY89" fmla="*/ 2341071 h 4794329"/>
              <a:gd name="connsiteX90" fmla="*/ 2924696 w 8364456"/>
              <a:gd name="connsiteY90" fmla="*/ 2341071 h 4794329"/>
              <a:gd name="connsiteX91" fmla="*/ 2924698 w 8364456"/>
              <a:gd name="connsiteY91" fmla="*/ 2341071 h 4794329"/>
              <a:gd name="connsiteX92" fmla="*/ 2924698 w 8364456"/>
              <a:gd name="connsiteY92" fmla="*/ 2043341 h 4794329"/>
              <a:gd name="connsiteX93" fmla="*/ 4906377 w 8364456"/>
              <a:gd name="connsiteY93" fmla="*/ 61662 h 4794329"/>
              <a:gd name="connsiteX94" fmla="*/ 5055242 w 8364456"/>
              <a:gd name="connsiteY94" fmla="*/ 0 h 4794329"/>
              <a:gd name="connsiteX0" fmla="*/ 7193727 w 8334627"/>
              <a:gd name="connsiteY0" fmla="*/ 3202389 h 4794329"/>
              <a:gd name="connsiteX1" fmla="*/ 7342592 w 8334627"/>
              <a:gd name="connsiteY1" fmla="*/ 3264051 h 4794329"/>
              <a:gd name="connsiteX2" fmla="*/ 7342592 w 8334627"/>
              <a:gd name="connsiteY2" fmla="*/ 3561781 h 4794329"/>
              <a:gd name="connsiteX3" fmla="*/ 6682153 w 8334627"/>
              <a:gd name="connsiteY3" fmla="*/ 4222219 h 4794329"/>
              <a:gd name="connsiteX4" fmla="*/ 6384423 w 8334627"/>
              <a:gd name="connsiteY4" fmla="*/ 4222219 h 4794329"/>
              <a:gd name="connsiteX5" fmla="*/ 6384424 w 8334627"/>
              <a:gd name="connsiteY5" fmla="*/ 4222219 h 4794329"/>
              <a:gd name="connsiteX6" fmla="*/ 6384424 w 8334627"/>
              <a:gd name="connsiteY6" fmla="*/ 3924488 h 4794329"/>
              <a:gd name="connsiteX7" fmla="*/ 7044862 w 8334627"/>
              <a:gd name="connsiteY7" fmla="*/ 3264051 h 4794329"/>
              <a:gd name="connsiteX8" fmla="*/ 7193727 w 8334627"/>
              <a:gd name="connsiteY8" fmla="*/ 3202389 h 4794329"/>
              <a:gd name="connsiteX9" fmla="*/ 7160496 w 8334627"/>
              <a:gd name="connsiteY9" fmla="*/ 1896653 h 4794329"/>
              <a:gd name="connsiteX10" fmla="*/ 7309361 w 8334627"/>
              <a:gd name="connsiteY10" fmla="*/ 1958315 h 4794329"/>
              <a:gd name="connsiteX11" fmla="*/ 7309361 w 8334627"/>
              <a:gd name="connsiteY11" fmla="*/ 2256046 h 4794329"/>
              <a:gd name="connsiteX12" fmla="*/ 4832738 w 8334627"/>
              <a:gd name="connsiteY12" fmla="*/ 4732667 h 4794329"/>
              <a:gd name="connsiteX13" fmla="*/ 4535008 w 8334627"/>
              <a:gd name="connsiteY13" fmla="*/ 4732667 h 4794329"/>
              <a:gd name="connsiteX14" fmla="*/ 4535010 w 8334627"/>
              <a:gd name="connsiteY14" fmla="*/ 4732667 h 4794329"/>
              <a:gd name="connsiteX15" fmla="*/ 4535010 w 8334627"/>
              <a:gd name="connsiteY15" fmla="*/ 4434937 h 4794329"/>
              <a:gd name="connsiteX16" fmla="*/ 7011631 w 8334627"/>
              <a:gd name="connsiteY16" fmla="*/ 1958315 h 4794329"/>
              <a:gd name="connsiteX17" fmla="*/ 7160496 w 8334627"/>
              <a:gd name="connsiteY17" fmla="*/ 1896653 h 4794329"/>
              <a:gd name="connsiteX18" fmla="*/ 8124100 w 8334627"/>
              <a:gd name="connsiteY18" fmla="*/ 1606041 h 4794329"/>
              <a:gd name="connsiteX19" fmla="*/ 8272965 w 8334627"/>
              <a:gd name="connsiteY19" fmla="*/ 1667703 h 4794329"/>
              <a:gd name="connsiteX20" fmla="*/ 8272965 w 8334627"/>
              <a:gd name="connsiteY20" fmla="*/ 1965433 h 4794329"/>
              <a:gd name="connsiteX21" fmla="*/ 6387890 w 8334627"/>
              <a:gd name="connsiteY21" fmla="*/ 3850507 h 4794329"/>
              <a:gd name="connsiteX22" fmla="*/ 6090160 w 8334627"/>
              <a:gd name="connsiteY22" fmla="*/ 3850507 h 4794329"/>
              <a:gd name="connsiteX23" fmla="*/ 6090161 w 8334627"/>
              <a:gd name="connsiteY23" fmla="*/ 3850507 h 4794329"/>
              <a:gd name="connsiteX24" fmla="*/ 6090161 w 8334627"/>
              <a:gd name="connsiteY24" fmla="*/ 3552777 h 4794329"/>
              <a:gd name="connsiteX25" fmla="*/ 7975235 w 8334627"/>
              <a:gd name="connsiteY25" fmla="*/ 1667703 h 4794329"/>
              <a:gd name="connsiteX26" fmla="*/ 8124100 w 8334627"/>
              <a:gd name="connsiteY26" fmla="*/ 1606041 h 4794329"/>
              <a:gd name="connsiteX27" fmla="*/ 6243 w 8334627"/>
              <a:gd name="connsiteY27" fmla="*/ 1576410 h 4794329"/>
              <a:gd name="connsiteX28" fmla="*/ 1034497 w 8334627"/>
              <a:gd name="connsiteY28" fmla="*/ 2253937 h 4794329"/>
              <a:gd name="connsiteX29" fmla="*/ 683770 w 8334627"/>
              <a:gd name="connsiteY29" fmla="*/ 2253937 h 4794329"/>
              <a:gd name="connsiteX30" fmla="*/ 6243 w 8334627"/>
              <a:gd name="connsiteY30" fmla="*/ 1576410 h 4794329"/>
              <a:gd name="connsiteX31" fmla="*/ 7672061 w 8334627"/>
              <a:gd name="connsiteY31" fmla="*/ 717042 h 4794329"/>
              <a:gd name="connsiteX32" fmla="*/ 7820926 w 8334627"/>
              <a:gd name="connsiteY32" fmla="*/ 778704 h 4794329"/>
              <a:gd name="connsiteX33" fmla="*/ 7820926 w 8334627"/>
              <a:gd name="connsiteY33" fmla="*/ 1076435 h 4794329"/>
              <a:gd name="connsiteX34" fmla="*/ 4745735 w 8334627"/>
              <a:gd name="connsiteY34" fmla="*/ 4151624 h 4794329"/>
              <a:gd name="connsiteX35" fmla="*/ 4448005 w 8334627"/>
              <a:gd name="connsiteY35" fmla="*/ 4151624 h 4794329"/>
              <a:gd name="connsiteX36" fmla="*/ 4448006 w 8334627"/>
              <a:gd name="connsiteY36" fmla="*/ 4151624 h 4794329"/>
              <a:gd name="connsiteX37" fmla="*/ 4448006 w 8334627"/>
              <a:gd name="connsiteY37" fmla="*/ 3853894 h 4794329"/>
              <a:gd name="connsiteX38" fmla="*/ 7523196 w 8334627"/>
              <a:gd name="connsiteY38" fmla="*/ 778704 h 4794329"/>
              <a:gd name="connsiteX39" fmla="*/ 7672061 w 8334627"/>
              <a:gd name="connsiteY39" fmla="*/ 717042 h 4794329"/>
              <a:gd name="connsiteX40" fmla="*/ 7115823 w 8334627"/>
              <a:gd name="connsiteY40" fmla="*/ 598413 h 4794329"/>
              <a:gd name="connsiteX41" fmla="*/ 7264688 w 8334627"/>
              <a:gd name="connsiteY41" fmla="*/ 660075 h 4794329"/>
              <a:gd name="connsiteX42" fmla="*/ 7264688 w 8334627"/>
              <a:gd name="connsiteY42" fmla="*/ 957805 h 4794329"/>
              <a:gd name="connsiteX43" fmla="*/ 3518861 w 8334627"/>
              <a:gd name="connsiteY43" fmla="*/ 4703631 h 4794329"/>
              <a:gd name="connsiteX44" fmla="*/ 3221131 w 8334627"/>
              <a:gd name="connsiteY44" fmla="*/ 4703631 h 4794329"/>
              <a:gd name="connsiteX45" fmla="*/ 3221132 w 8334627"/>
              <a:gd name="connsiteY45" fmla="*/ 4703631 h 4794329"/>
              <a:gd name="connsiteX46" fmla="*/ 3221132 w 8334627"/>
              <a:gd name="connsiteY46" fmla="*/ 4405901 h 4794329"/>
              <a:gd name="connsiteX47" fmla="*/ 6966958 w 8334627"/>
              <a:gd name="connsiteY47" fmla="*/ 660075 h 4794329"/>
              <a:gd name="connsiteX48" fmla="*/ 7115823 w 8334627"/>
              <a:gd name="connsiteY48" fmla="*/ 598413 h 4794329"/>
              <a:gd name="connsiteX49" fmla="*/ 5845546 w 8334627"/>
              <a:gd name="connsiteY49" fmla="*/ 530016 h 4794329"/>
              <a:gd name="connsiteX50" fmla="*/ 5994411 w 8334627"/>
              <a:gd name="connsiteY50" fmla="*/ 591677 h 4794329"/>
              <a:gd name="connsiteX51" fmla="*/ 5994411 w 8334627"/>
              <a:gd name="connsiteY51" fmla="*/ 889408 h 4794329"/>
              <a:gd name="connsiteX52" fmla="*/ 2919220 w 8334627"/>
              <a:gd name="connsiteY52" fmla="*/ 3964597 h 4794329"/>
              <a:gd name="connsiteX53" fmla="*/ 2621491 w 8334627"/>
              <a:gd name="connsiteY53" fmla="*/ 3964597 h 4794329"/>
              <a:gd name="connsiteX54" fmla="*/ 2621492 w 8334627"/>
              <a:gd name="connsiteY54" fmla="*/ 3964597 h 4794329"/>
              <a:gd name="connsiteX55" fmla="*/ 2621492 w 8334627"/>
              <a:gd name="connsiteY55" fmla="*/ 3666867 h 4794329"/>
              <a:gd name="connsiteX56" fmla="*/ 5696681 w 8334627"/>
              <a:gd name="connsiteY56" fmla="*/ 591677 h 4794329"/>
              <a:gd name="connsiteX57" fmla="*/ 5845546 w 8334627"/>
              <a:gd name="connsiteY57" fmla="*/ 530016 h 4794329"/>
              <a:gd name="connsiteX58" fmla="*/ 6699364 w 8334627"/>
              <a:gd name="connsiteY58" fmla="*/ 347526 h 4794329"/>
              <a:gd name="connsiteX59" fmla="*/ 6848229 w 8334627"/>
              <a:gd name="connsiteY59" fmla="*/ 409188 h 4794329"/>
              <a:gd name="connsiteX60" fmla="*/ 6848229 w 8334627"/>
              <a:gd name="connsiteY60" fmla="*/ 706919 h 4794329"/>
              <a:gd name="connsiteX61" fmla="*/ 3773038 w 8334627"/>
              <a:gd name="connsiteY61" fmla="*/ 3782108 h 4794329"/>
              <a:gd name="connsiteX62" fmla="*/ 3475308 w 8334627"/>
              <a:gd name="connsiteY62" fmla="*/ 3782108 h 4794329"/>
              <a:gd name="connsiteX63" fmla="*/ 3475309 w 8334627"/>
              <a:gd name="connsiteY63" fmla="*/ 3782108 h 4794329"/>
              <a:gd name="connsiteX64" fmla="*/ 3475309 w 8334627"/>
              <a:gd name="connsiteY64" fmla="*/ 3484378 h 4794329"/>
              <a:gd name="connsiteX65" fmla="*/ 6550499 w 8334627"/>
              <a:gd name="connsiteY65" fmla="*/ 409188 h 4794329"/>
              <a:gd name="connsiteX66" fmla="*/ 6699364 w 8334627"/>
              <a:gd name="connsiteY66" fmla="*/ 347526 h 4794329"/>
              <a:gd name="connsiteX67" fmla="*/ 4224232 w 8334627"/>
              <a:gd name="connsiteY67" fmla="*/ 126303 h 4794329"/>
              <a:gd name="connsiteX68" fmla="*/ 4373097 w 8334627"/>
              <a:gd name="connsiteY68" fmla="*/ 187965 h 4794329"/>
              <a:gd name="connsiteX69" fmla="*/ 4373097 w 8334627"/>
              <a:gd name="connsiteY69" fmla="*/ 485695 h 4794329"/>
              <a:gd name="connsiteX70" fmla="*/ 3114379 w 8334627"/>
              <a:gd name="connsiteY70" fmla="*/ 1744412 h 4794329"/>
              <a:gd name="connsiteX71" fmla="*/ 2816648 w 8334627"/>
              <a:gd name="connsiteY71" fmla="*/ 1744412 h 4794329"/>
              <a:gd name="connsiteX72" fmla="*/ 2816650 w 8334627"/>
              <a:gd name="connsiteY72" fmla="*/ 1744412 h 4794329"/>
              <a:gd name="connsiteX73" fmla="*/ 2816650 w 8334627"/>
              <a:gd name="connsiteY73" fmla="*/ 1446682 h 4794329"/>
              <a:gd name="connsiteX74" fmla="*/ 4075367 w 8334627"/>
              <a:gd name="connsiteY74" fmla="*/ 187965 h 4794329"/>
              <a:gd name="connsiteX75" fmla="*/ 4224232 w 8334627"/>
              <a:gd name="connsiteY75" fmla="*/ 126303 h 4794329"/>
              <a:gd name="connsiteX76" fmla="*/ 5685290 w 8334627"/>
              <a:gd name="connsiteY76" fmla="*/ 18853 h 4794329"/>
              <a:gd name="connsiteX77" fmla="*/ 5834155 w 8334627"/>
              <a:gd name="connsiteY77" fmla="*/ 80515 h 4794329"/>
              <a:gd name="connsiteX78" fmla="*/ 5834155 w 8334627"/>
              <a:gd name="connsiteY78" fmla="*/ 378245 h 4794329"/>
              <a:gd name="connsiteX79" fmla="*/ 3112471 w 8334627"/>
              <a:gd name="connsiteY79" fmla="*/ 3099928 h 4794329"/>
              <a:gd name="connsiteX80" fmla="*/ 2814741 w 8334627"/>
              <a:gd name="connsiteY80" fmla="*/ 3099928 h 4794329"/>
              <a:gd name="connsiteX81" fmla="*/ 2814742 w 8334627"/>
              <a:gd name="connsiteY81" fmla="*/ 3099928 h 4794329"/>
              <a:gd name="connsiteX82" fmla="*/ 2814742 w 8334627"/>
              <a:gd name="connsiteY82" fmla="*/ 2802198 h 4794329"/>
              <a:gd name="connsiteX83" fmla="*/ 5536425 w 8334627"/>
              <a:gd name="connsiteY83" fmla="*/ 80515 h 4794329"/>
              <a:gd name="connsiteX84" fmla="*/ 5685290 w 8334627"/>
              <a:gd name="connsiteY84" fmla="*/ 18853 h 4794329"/>
              <a:gd name="connsiteX85" fmla="*/ 5025413 w 8334627"/>
              <a:gd name="connsiteY85" fmla="*/ 0 h 4794329"/>
              <a:gd name="connsiteX86" fmla="*/ 5174278 w 8334627"/>
              <a:gd name="connsiteY86" fmla="*/ 61662 h 4794329"/>
              <a:gd name="connsiteX87" fmla="*/ 5174278 w 8334627"/>
              <a:gd name="connsiteY87" fmla="*/ 359392 h 4794329"/>
              <a:gd name="connsiteX88" fmla="*/ 3192598 w 8334627"/>
              <a:gd name="connsiteY88" fmla="*/ 2341071 h 4794329"/>
              <a:gd name="connsiteX89" fmla="*/ 2894867 w 8334627"/>
              <a:gd name="connsiteY89" fmla="*/ 2341071 h 4794329"/>
              <a:gd name="connsiteX90" fmla="*/ 2894869 w 8334627"/>
              <a:gd name="connsiteY90" fmla="*/ 2341071 h 4794329"/>
              <a:gd name="connsiteX91" fmla="*/ 2894869 w 8334627"/>
              <a:gd name="connsiteY91" fmla="*/ 2043341 h 4794329"/>
              <a:gd name="connsiteX92" fmla="*/ 4876548 w 8334627"/>
              <a:gd name="connsiteY92" fmla="*/ 61662 h 4794329"/>
              <a:gd name="connsiteX93" fmla="*/ 5025413 w 8334627"/>
              <a:gd name="connsiteY93" fmla="*/ 0 h 4794329"/>
              <a:gd name="connsiteX0" fmla="*/ 7187484 w 8328384"/>
              <a:gd name="connsiteY0" fmla="*/ 3202389 h 4794329"/>
              <a:gd name="connsiteX1" fmla="*/ 7336349 w 8328384"/>
              <a:gd name="connsiteY1" fmla="*/ 3264051 h 4794329"/>
              <a:gd name="connsiteX2" fmla="*/ 7336349 w 8328384"/>
              <a:gd name="connsiteY2" fmla="*/ 3561781 h 4794329"/>
              <a:gd name="connsiteX3" fmla="*/ 6675910 w 8328384"/>
              <a:gd name="connsiteY3" fmla="*/ 4222219 h 4794329"/>
              <a:gd name="connsiteX4" fmla="*/ 6378180 w 8328384"/>
              <a:gd name="connsiteY4" fmla="*/ 4222219 h 4794329"/>
              <a:gd name="connsiteX5" fmla="*/ 6378181 w 8328384"/>
              <a:gd name="connsiteY5" fmla="*/ 4222219 h 4794329"/>
              <a:gd name="connsiteX6" fmla="*/ 6378181 w 8328384"/>
              <a:gd name="connsiteY6" fmla="*/ 3924488 h 4794329"/>
              <a:gd name="connsiteX7" fmla="*/ 7038619 w 8328384"/>
              <a:gd name="connsiteY7" fmla="*/ 3264051 h 4794329"/>
              <a:gd name="connsiteX8" fmla="*/ 7187484 w 8328384"/>
              <a:gd name="connsiteY8" fmla="*/ 3202389 h 4794329"/>
              <a:gd name="connsiteX9" fmla="*/ 7154253 w 8328384"/>
              <a:gd name="connsiteY9" fmla="*/ 1896653 h 4794329"/>
              <a:gd name="connsiteX10" fmla="*/ 7303118 w 8328384"/>
              <a:gd name="connsiteY10" fmla="*/ 1958315 h 4794329"/>
              <a:gd name="connsiteX11" fmla="*/ 7303118 w 8328384"/>
              <a:gd name="connsiteY11" fmla="*/ 2256046 h 4794329"/>
              <a:gd name="connsiteX12" fmla="*/ 4826495 w 8328384"/>
              <a:gd name="connsiteY12" fmla="*/ 4732667 h 4794329"/>
              <a:gd name="connsiteX13" fmla="*/ 4528765 w 8328384"/>
              <a:gd name="connsiteY13" fmla="*/ 4732667 h 4794329"/>
              <a:gd name="connsiteX14" fmla="*/ 4528767 w 8328384"/>
              <a:gd name="connsiteY14" fmla="*/ 4732667 h 4794329"/>
              <a:gd name="connsiteX15" fmla="*/ 4528767 w 8328384"/>
              <a:gd name="connsiteY15" fmla="*/ 4434937 h 4794329"/>
              <a:gd name="connsiteX16" fmla="*/ 7005388 w 8328384"/>
              <a:gd name="connsiteY16" fmla="*/ 1958315 h 4794329"/>
              <a:gd name="connsiteX17" fmla="*/ 7154253 w 8328384"/>
              <a:gd name="connsiteY17" fmla="*/ 1896653 h 4794329"/>
              <a:gd name="connsiteX18" fmla="*/ 8117857 w 8328384"/>
              <a:gd name="connsiteY18" fmla="*/ 1606041 h 4794329"/>
              <a:gd name="connsiteX19" fmla="*/ 8266722 w 8328384"/>
              <a:gd name="connsiteY19" fmla="*/ 1667703 h 4794329"/>
              <a:gd name="connsiteX20" fmla="*/ 8266722 w 8328384"/>
              <a:gd name="connsiteY20" fmla="*/ 1965433 h 4794329"/>
              <a:gd name="connsiteX21" fmla="*/ 6381647 w 8328384"/>
              <a:gd name="connsiteY21" fmla="*/ 3850507 h 4794329"/>
              <a:gd name="connsiteX22" fmla="*/ 6083917 w 8328384"/>
              <a:gd name="connsiteY22" fmla="*/ 3850507 h 4794329"/>
              <a:gd name="connsiteX23" fmla="*/ 6083918 w 8328384"/>
              <a:gd name="connsiteY23" fmla="*/ 3850507 h 4794329"/>
              <a:gd name="connsiteX24" fmla="*/ 6083918 w 8328384"/>
              <a:gd name="connsiteY24" fmla="*/ 3552777 h 4794329"/>
              <a:gd name="connsiteX25" fmla="*/ 7968992 w 8328384"/>
              <a:gd name="connsiteY25" fmla="*/ 1667703 h 4794329"/>
              <a:gd name="connsiteX26" fmla="*/ 8117857 w 8328384"/>
              <a:gd name="connsiteY26" fmla="*/ 1606041 h 4794329"/>
              <a:gd name="connsiteX27" fmla="*/ 0 w 8328384"/>
              <a:gd name="connsiteY27" fmla="*/ 1576410 h 4794329"/>
              <a:gd name="connsiteX28" fmla="*/ 677527 w 8328384"/>
              <a:gd name="connsiteY28" fmla="*/ 2253937 h 4794329"/>
              <a:gd name="connsiteX29" fmla="*/ 0 w 8328384"/>
              <a:gd name="connsiteY29" fmla="*/ 1576410 h 4794329"/>
              <a:gd name="connsiteX30" fmla="*/ 7665818 w 8328384"/>
              <a:gd name="connsiteY30" fmla="*/ 717042 h 4794329"/>
              <a:gd name="connsiteX31" fmla="*/ 7814683 w 8328384"/>
              <a:gd name="connsiteY31" fmla="*/ 778704 h 4794329"/>
              <a:gd name="connsiteX32" fmla="*/ 7814683 w 8328384"/>
              <a:gd name="connsiteY32" fmla="*/ 1076435 h 4794329"/>
              <a:gd name="connsiteX33" fmla="*/ 4739492 w 8328384"/>
              <a:gd name="connsiteY33" fmla="*/ 4151624 h 4794329"/>
              <a:gd name="connsiteX34" fmla="*/ 4441762 w 8328384"/>
              <a:gd name="connsiteY34" fmla="*/ 4151624 h 4794329"/>
              <a:gd name="connsiteX35" fmla="*/ 4441763 w 8328384"/>
              <a:gd name="connsiteY35" fmla="*/ 4151624 h 4794329"/>
              <a:gd name="connsiteX36" fmla="*/ 4441763 w 8328384"/>
              <a:gd name="connsiteY36" fmla="*/ 3853894 h 4794329"/>
              <a:gd name="connsiteX37" fmla="*/ 7516953 w 8328384"/>
              <a:gd name="connsiteY37" fmla="*/ 778704 h 4794329"/>
              <a:gd name="connsiteX38" fmla="*/ 7665818 w 8328384"/>
              <a:gd name="connsiteY38" fmla="*/ 717042 h 4794329"/>
              <a:gd name="connsiteX39" fmla="*/ 7109580 w 8328384"/>
              <a:gd name="connsiteY39" fmla="*/ 598413 h 4794329"/>
              <a:gd name="connsiteX40" fmla="*/ 7258445 w 8328384"/>
              <a:gd name="connsiteY40" fmla="*/ 660075 h 4794329"/>
              <a:gd name="connsiteX41" fmla="*/ 7258445 w 8328384"/>
              <a:gd name="connsiteY41" fmla="*/ 957805 h 4794329"/>
              <a:gd name="connsiteX42" fmla="*/ 3512618 w 8328384"/>
              <a:gd name="connsiteY42" fmla="*/ 4703631 h 4794329"/>
              <a:gd name="connsiteX43" fmla="*/ 3214888 w 8328384"/>
              <a:gd name="connsiteY43" fmla="*/ 4703631 h 4794329"/>
              <a:gd name="connsiteX44" fmla="*/ 3214889 w 8328384"/>
              <a:gd name="connsiteY44" fmla="*/ 4703631 h 4794329"/>
              <a:gd name="connsiteX45" fmla="*/ 3214889 w 8328384"/>
              <a:gd name="connsiteY45" fmla="*/ 4405901 h 4794329"/>
              <a:gd name="connsiteX46" fmla="*/ 6960715 w 8328384"/>
              <a:gd name="connsiteY46" fmla="*/ 660075 h 4794329"/>
              <a:gd name="connsiteX47" fmla="*/ 7109580 w 8328384"/>
              <a:gd name="connsiteY47" fmla="*/ 598413 h 4794329"/>
              <a:gd name="connsiteX48" fmla="*/ 5839303 w 8328384"/>
              <a:gd name="connsiteY48" fmla="*/ 530016 h 4794329"/>
              <a:gd name="connsiteX49" fmla="*/ 5988168 w 8328384"/>
              <a:gd name="connsiteY49" fmla="*/ 591677 h 4794329"/>
              <a:gd name="connsiteX50" fmla="*/ 5988168 w 8328384"/>
              <a:gd name="connsiteY50" fmla="*/ 889408 h 4794329"/>
              <a:gd name="connsiteX51" fmla="*/ 2912977 w 8328384"/>
              <a:gd name="connsiteY51" fmla="*/ 3964597 h 4794329"/>
              <a:gd name="connsiteX52" fmla="*/ 2615248 w 8328384"/>
              <a:gd name="connsiteY52" fmla="*/ 3964597 h 4794329"/>
              <a:gd name="connsiteX53" fmla="*/ 2615249 w 8328384"/>
              <a:gd name="connsiteY53" fmla="*/ 3964597 h 4794329"/>
              <a:gd name="connsiteX54" fmla="*/ 2615249 w 8328384"/>
              <a:gd name="connsiteY54" fmla="*/ 3666867 h 4794329"/>
              <a:gd name="connsiteX55" fmla="*/ 5690438 w 8328384"/>
              <a:gd name="connsiteY55" fmla="*/ 591677 h 4794329"/>
              <a:gd name="connsiteX56" fmla="*/ 5839303 w 8328384"/>
              <a:gd name="connsiteY56" fmla="*/ 530016 h 4794329"/>
              <a:gd name="connsiteX57" fmla="*/ 6693121 w 8328384"/>
              <a:gd name="connsiteY57" fmla="*/ 347526 h 4794329"/>
              <a:gd name="connsiteX58" fmla="*/ 6841986 w 8328384"/>
              <a:gd name="connsiteY58" fmla="*/ 409188 h 4794329"/>
              <a:gd name="connsiteX59" fmla="*/ 6841986 w 8328384"/>
              <a:gd name="connsiteY59" fmla="*/ 706919 h 4794329"/>
              <a:gd name="connsiteX60" fmla="*/ 3766795 w 8328384"/>
              <a:gd name="connsiteY60" fmla="*/ 3782108 h 4794329"/>
              <a:gd name="connsiteX61" fmla="*/ 3469065 w 8328384"/>
              <a:gd name="connsiteY61" fmla="*/ 3782108 h 4794329"/>
              <a:gd name="connsiteX62" fmla="*/ 3469066 w 8328384"/>
              <a:gd name="connsiteY62" fmla="*/ 3782108 h 4794329"/>
              <a:gd name="connsiteX63" fmla="*/ 3469066 w 8328384"/>
              <a:gd name="connsiteY63" fmla="*/ 3484378 h 4794329"/>
              <a:gd name="connsiteX64" fmla="*/ 6544256 w 8328384"/>
              <a:gd name="connsiteY64" fmla="*/ 409188 h 4794329"/>
              <a:gd name="connsiteX65" fmla="*/ 6693121 w 8328384"/>
              <a:gd name="connsiteY65" fmla="*/ 347526 h 4794329"/>
              <a:gd name="connsiteX66" fmla="*/ 4217989 w 8328384"/>
              <a:gd name="connsiteY66" fmla="*/ 126303 h 4794329"/>
              <a:gd name="connsiteX67" fmla="*/ 4366854 w 8328384"/>
              <a:gd name="connsiteY67" fmla="*/ 187965 h 4794329"/>
              <a:gd name="connsiteX68" fmla="*/ 4366854 w 8328384"/>
              <a:gd name="connsiteY68" fmla="*/ 485695 h 4794329"/>
              <a:gd name="connsiteX69" fmla="*/ 3108136 w 8328384"/>
              <a:gd name="connsiteY69" fmla="*/ 1744412 h 4794329"/>
              <a:gd name="connsiteX70" fmla="*/ 2810405 w 8328384"/>
              <a:gd name="connsiteY70" fmla="*/ 1744412 h 4794329"/>
              <a:gd name="connsiteX71" fmla="*/ 2810407 w 8328384"/>
              <a:gd name="connsiteY71" fmla="*/ 1744412 h 4794329"/>
              <a:gd name="connsiteX72" fmla="*/ 2810407 w 8328384"/>
              <a:gd name="connsiteY72" fmla="*/ 1446682 h 4794329"/>
              <a:gd name="connsiteX73" fmla="*/ 4069124 w 8328384"/>
              <a:gd name="connsiteY73" fmla="*/ 187965 h 4794329"/>
              <a:gd name="connsiteX74" fmla="*/ 4217989 w 8328384"/>
              <a:gd name="connsiteY74" fmla="*/ 126303 h 4794329"/>
              <a:gd name="connsiteX75" fmla="*/ 5679047 w 8328384"/>
              <a:gd name="connsiteY75" fmla="*/ 18853 h 4794329"/>
              <a:gd name="connsiteX76" fmla="*/ 5827912 w 8328384"/>
              <a:gd name="connsiteY76" fmla="*/ 80515 h 4794329"/>
              <a:gd name="connsiteX77" fmla="*/ 5827912 w 8328384"/>
              <a:gd name="connsiteY77" fmla="*/ 378245 h 4794329"/>
              <a:gd name="connsiteX78" fmla="*/ 3106228 w 8328384"/>
              <a:gd name="connsiteY78" fmla="*/ 3099928 h 4794329"/>
              <a:gd name="connsiteX79" fmla="*/ 2808498 w 8328384"/>
              <a:gd name="connsiteY79" fmla="*/ 3099928 h 4794329"/>
              <a:gd name="connsiteX80" fmla="*/ 2808499 w 8328384"/>
              <a:gd name="connsiteY80" fmla="*/ 3099928 h 4794329"/>
              <a:gd name="connsiteX81" fmla="*/ 2808499 w 8328384"/>
              <a:gd name="connsiteY81" fmla="*/ 2802198 h 4794329"/>
              <a:gd name="connsiteX82" fmla="*/ 5530182 w 8328384"/>
              <a:gd name="connsiteY82" fmla="*/ 80515 h 4794329"/>
              <a:gd name="connsiteX83" fmla="*/ 5679047 w 8328384"/>
              <a:gd name="connsiteY83" fmla="*/ 18853 h 4794329"/>
              <a:gd name="connsiteX84" fmla="*/ 5019170 w 8328384"/>
              <a:gd name="connsiteY84" fmla="*/ 0 h 4794329"/>
              <a:gd name="connsiteX85" fmla="*/ 5168035 w 8328384"/>
              <a:gd name="connsiteY85" fmla="*/ 61662 h 4794329"/>
              <a:gd name="connsiteX86" fmla="*/ 5168035 w 8328384"/>
              <a:gd name="connsiteY86" fmla="*/ 359392 h 4794329"/>
              <a:gd name="connsiteX87" fmla="*/ 3186355 w 8328384"/>
              <a:gd name="connsiteY87" fmla="*/ 2341071 h 4794329"/>
              <a:gd name="connsiteX88" fmla="*/ 2888624 w 8328384"/>
              <a:gd name="connsiteY88" fmla="*/ 2341071 h 4794329"/>
              <a:gd name="connsiteX89" fmla="*/ 2888626 w 8328384"/>
              <a:gd name="connsiteY89" fmla="*/ 2341071 h 4794329"/>
              <a:gd name="connsiteX90" fmla="*/ 2888626 w 8328384"/>
              <a:gd name="connsiteY90" fmla="*/ 2043341 h 4794329"/>
              <a:gd name="connsiteX91" fmla="*/ 4870305 w 8328384"/>
              <a:gd name="connsiteY91" fmla="*/ 61662 h 4794329"/>
              <a:gd name="connsiteX92" fmla="*/ 5019170 w 8328384"/>
              <a:gd name="connsiteY92" fmla="*/ 0 h 4794329"/>
              <a:gd name="connsiteX0" fmla="*/ 4633897 w 5774797"/>
              <a:gd name="connsiteY0" fmla="*/ 3202389 h 4794329"/>
              <a:gd name="connsiteX1" fmla="*/ 4782762 w 5774797"/>
              <a:gd name="connsiteY1" fmla="*/ 3264051 h 4794329"/>
              <a:gd name="connsiteX2" fmla="*/ 4782762 w 5774797"/>
              <a:gd name="connsiteY2" fmla="*/ 3561781 h 4794329"/>
              <a:gd name="connsiteX3" fmla="*/ 4122323 w 5774797"/>
              <a:gd name="connsiteY3" fmla="*/ 4222219 h 4794329"/>
              <a:gd name="connsiteX4" fmla="*/ 3824593 w 5774797"/>
              <a:gd name="connsiteY4" fmla="*/ 4222219 h 4794329"/>
              <a:gd name="connsiteX5" fmla="*/ 3824594 w 5774797"/>
              <a:gd name="connsiteY5" fmla="*/ 4222219 h 4794329"/>
              <a:gd name="connsiteX6" fmla="*/ 3824594 w 5774797"/>
              <a:gd name="connsiteY6" fmla="*/ 3924488 h 4794329"/>
              <a:gd name="connsiteX7" fmla="*/ 4485032 w 5774797"/>
              <a:gd name="connsiteY7" fmla="*/ 3264051 h 4794329"/>
              <a:gd name="connsiteX8" fmla="*/ 4633897 w 5774797"/>
              <a:gd name="connsiteY8" fmla="*/ 3202389 h 4794329"/>
              <a:gd name="connsiteX9" fmla="*/ 4600666 w 5774797"/>
              <a:gd name="connsiteY9" fmla="*/ 1896653 h 4794329"/>
              <a:gd name="connsiteX10" fmla="*/ 4749531 w 5774797"/>
              <a:gd name="connsiteY10" fmla="*/ 1958315 h 4794329"/>
              <a:gd name="connsiteX11" fmla="*/ 4749531 w 5774797"/>
              <a:gd name="connsiteY11" fmla="*/ 2256046 h 4794329"/>
              <a:gd name="connsiteX12" fmla="*/ 2272908 w 5774797"/>
              <a:gd name="connsiteY12" fmla="*/ 4732667 h 4794329"/>
              <a:gd name="connsiteX13" fmla="*/ 1975178 w 5774797"/>
              <a:gd name="connsiteY13" fmla="*/ 4732667 h 4794329"/>
              <a:gd name="connsiteX14" fmla="*/ 1975180 w 5774797"/>
              <a:gd name="connsiteY14" fmla="*/ 4732667 h 4794329"/>
              <a:gd name="connsiteX15" fmla="*/ 1975180 w 5774797"/>
              <a:gd name="connsiteY15" fmla="*/ 4434937 h 4794329"/>
              <a:gd name="connsiteX16" fmla="*/ 4451801 w 5774797"/>
              <a:gd name="connsiteY16" fmla="*/ 1958315 h 4794329"/>
              <a:gd name="connsiteX17" fmla="*/ 4600666 w 5774797"/>
              <a:gd name="connsiteY17" fmla="*/ 1896653 h 4794329"/>
              <a:gd name="connsiteX18" fmla="*/ 5564270 w 5774797"/>
              <a:gd name="connsiteY18" fmla="*/ 1606041 h 4794329"/>
              <a:gd name="connsiteX19" fmla="*/ 5713135 w 5774797"/>
              <a:gd name="connsiteY19" fmla="*/ 1667703 h 4794329"/>
              <a:gd name="connsiteX20" fmla="*/ 5713135 w 5774797"/>
              <a:gd name="connsiteY20" fmla="*/ 1965433 h 4794329"/>
              <a:gd name="connsiteX21" fmla="*/ 3828060 w 5774797"/>
              <a:gd name="connsiteY21" fmla="*/ 3850507 h 4794329"/>
              <a:gd name="connsiteX22" fmla="*/ 3530330 w 5774797"/>
              <a:gd name="connsiteY22" fmla="*/ 3850507 h 4794329"/>
              <a:gd name="connsiteX23" fmla="*/ 3530331 w 5774797"/>
              <a:gd name="connsiteY23" fmla="*/ 3850507 h 4794329"/>
              <a:gd name="connsiteX24" fmla="*/ 3530331 w 5774797"/>
              <a:gd name="connsiteY24" fmla="*/ 3552777 h 4794329"/>
              <a:gd name="connsiteX25" fmla="*/ 5415405 w 5774797"/>
              <a:gd name="connsiteY25" fmla="*/ 1667703 h 4794329"/>
              <a:gd name="connsiteX26" fmla="*/ 5564270 w 5774797"/>
              <a:gd name="connsiteY26" fmla="*/ 1606041 h 4794329"/>
              <a:gd name="connsiteX27" fmla="*/ 5112231 w 5774797"/>
              <a:gd name="connsiteY27" fmla="*/ 717042 h 4794329"/>
              <a:gd name="connsiteX28" fmla="*/ 5261096 w 5774797"/>
              <a:gd name="connsiteY28" fmla="*/ 778704 h 4794329"/>
              <a:gd name="connsiteX29" fmla="*/ 5261096 w 5774797"/>
              <a:gd name="connsiteY29" fmla="*/ 1076435 h 4794329"/>
              <a:gd name="connsiteX30" fmla="*/ 2185905 w 5774797"/>
              <a:gd name="connsiteY30" fmla="*/ 4151624 h 4794329"/>
              <a:gd name="connsiteX31" fmla="*/ 1888175 w 5774797"/>
              <a:gd name="connsiteY31" fmla="*/ 4151624 h 4794329"/>
              <a:gd name="connsiteX32" fmla="*/ 1888176 w 5774797"/>
              <a:gd name="connsiteY32" fmla="*/ 4151624 h 4794329"/>
              <a:gd name="connsiteX33" fmla="*/ 1888176 w 5774797"/>
              <a:gd name="connsiteY33" fmla="*/ 3853894 h 4794329"/>
              <a:gd name="connsiteX34" fmla="*/ 4963366 w 5774797"/>
              <a:gd name="connsiteY34" fmla="*/ 778704 h 4794329"/>
              <a:gd name="connsiteX35" fmla="*/ 5112231 w 5774797"/>
              <a:gd name="connsiteY35" fmla="*/ 717042 h 4794329"/>
              <a:gd name="connsiteX36" fmla="*/ 4555993 w 5774797"/>
              <a:gd name="connsiteY36" fmla="*/ 598413 h 4794329"/>
              <a:gd name="connsiteX37" fmla="*/ 4704858 w 5774797"/>
              <a:gd name="connsiteY37" fmla="*/ 660075 h 4794329"/>
              <a:gd name="connsiteX38" fmla="*/ 4704858 w 5774797"/>
              <a:gd name="connsiteY38" fmla="*/ 957805 h 4794329"/>
              <a:gd name="connsiteX39" fmla="*/ 959031 w 5774797"/>
              <a:gd name="connsiteY39" fmla="*/ 4703631 h 4794329"/>
              <a:gd name="connsiteX40" fmla="*/ 661301 w 5774797"/>
              <a:gd name="connsiteY40" fmla="*/ 4703631 h 4794329"/>
              <a:gd name="connsiteX41" fmla="*/ 661302 w 5774797"/>
              <a:gd name="connsiteY41" fmla="*/ 4703631 h 4794329"/>
              <a:gd name="connsiteX42" fmla="*/ 661302 w 5774797"/>
              <a:gd name="connsiteY42" fmla="*/ 4405901 h 4794329"/>
              <a:gd name="connsiteX43" fmla="*/ 4407128 w 5774797"/>
              <a:gd name="connsiteY43" fmla="*/ 660075 h 4794329"/>
              <a:gd name="connsiteX44" fmla="*/ 4555993 w 5774797"/>
              <a:gd name="connsiteY44" fmla="*/ 598413 h 4794329"/>
              <a:gd name="connsiteX45" fmla="*/ 3285716 w 5774797"/>
              <a:gd name="connsiteY45" fmla="*/ 530016 h 4794329"/>
              <a:gd name="connsiteX46" fmla="*/ 3434581 w 5774797"/>
              <a:gd name="connsiteY46" fmla="*/ 591677 h 4794329"/>
              <a:gd name="connsiteX47" fmla="*/ 3434581 w 5774797"/>
              <a:gd name="connsiteY47" fmla="*/ 889408 h 4794329"/>
              <a:gd name="connsiteX48" fmla="*/ 359390 w 5774797"/>
              <a:gd name="connsiteY48" fmla="*/ 3964597 h 4794329"/>
              <a:gd name="connsiteX49" fmla="*/ 61661 w 5774797"/>
              <a:gd name="connsiteY49" fmla="*/ 3964597 h 4794329"/>
              <a:gd name="connsiteX50" fmla="*/ 61662 w 5774797"/>
              <a:gd name="connsiteY50" fmla="*/ 3964597 h 4794329"/>
              <a:gd name="connsiteX51" fmla="*/ 61662 w 5774797"/>
              <a:gd name="connsiteY51" fmla="*/ 3666867 h 4794329"/>
              <a:gd name="connsiteX52" fmla="*/ 3136851 w 5774797"/>
              <a:gd name="connsiteY52" fmla="*/ 591677 h 4794329"/>
              <a:gd name="connsiteX53" fmla="*/ 3285716 w 5774797"/>
              <a:gd name="connsiteY53" fmla="*/ 530016 h 4794329"/>
              <a:gd name="connsiteX54" fmla="*/ 4139534 w 5774797"/>
              <a:gd name="connsiteY54" fmla="*/ 347526 h 4794329"/>
              <a:gd name="connsiteX55" fmla="*/ 4288399 w 5774797"/>
              <a:gd name="connsiteY55" fmla="*/ 409188 h 4794329"/>
              <a:gd name="connsiteX56" fmla="*/ 4288399 w 5774797"/>
              <a:gd name="connsiteY56" fmla="*/ 706919 h 4794329"/>
              <a:gd name="connsiteX57" fmla="*/ 1213208 w 5774797"/>
              <a:gd name="connsiteY57" fmla="*/ 3782108 h 4794329"/>
              <a:gd name="connsiteX58" fmla="*/ 915478 w 5774797"/>
              <a:gd name="connsiteY58" fmla="*/ 3782108 h 4794329"/>
              <a:gd name="connsiteX59" fmla="*/ 915479 w 5774797"/>
              <a:gd name="connsiteY59" fmla="*/ 3782108 h 4794329"/>
              <a:gd name="connsiteX60" fmla="*/ 915479 w 5774797"/>
              <a:gd name="connsiteY60" fmla="*/ 3484378 h 4794329"/>
              <a:gd name="connsiteX61" fmla="*/ 3990669 w 5774797"/>
              <a:gd name="connsiteY61" fmla="*/ 409188 h 4794329"/>
              <a:gd name="connsiteX62" fmla="*/ 4139534 w 5774797"/>
              <a:gd name="connsiteY62" fmla="*/ 347526 h 4794329"/>
              <a:gd name="connsiteX63" fmla="*/ 1664402 w 5774797"/>
              <a:gd name="connsiteY63" fmla="*/ 126303 h 4794329"/>
              <a:gd name="connsiteX64" fmla="*/ 1813267 w 5774797"/>
              <a:gd name="connsiteY64" fmla="*/ 187965 h 4794329"/>
              <a:gd name="connsiteX65" fmla="*/ 1813267 w 5774797"/>
              <a:gd name="connsiteY65" fmla="*/ 485695 h 4794329"/>
              <a:gd name="connsiteX66" fmla="*/ 554549 w 5774797"/>
              <a:gd name="connsiteY66" fmla="*/ 1744412 h 4794329"/>
              <a:gd name="connsiteX67" fmla="*/ 256818 w 5774797"/>
              <a:gd name="connsiteY67" fmla="*/ 1744412 h 4794329"/>
              <a:gd name="connsiteX68" fmla="*/ 256820 w 5774797"/>
              <a:gd name="connsiteY68" fmla="*/ 1744412 h 4794329"/>
              <a:gd name="connsiteX69" fmla="*/ 256820 w 5774797"/>
              <a:gd name="connsiteY69" fmla="*/ 1446682 h 4794329"/>
              <a:gd name="connsiteX70" fmla="*/ 1515537 w 5774797"/>
              <a:gd name="connsiteY70" fmla="*/ 187965 h 4794329"/>
              <a:gd name="connsiteX71" fmla="*/ 1664402 w 5774797"/>
              <a:gd name="connsiteY71" fmla="*/ 126303 h 4794329"/>
              <a:gd name="connsiteX72" fmla="*/ 3125460 w 5774797"/>
              <a:gd name="connsiteY72" fmla="*/ 18853 h 4794329"/>
              <a:gd name="connsiteX73" fmla="*/ 3274325 w 5774797"/>
              <a:gd name="connsiteY73" fmla="*/ 80515 h 4794329"/>
              <a:gd name="connsiteX74" fmla="*/ 3274325 w 5774797"/>
              <a:gd name="connsiteY74" fmla="*/ 378245 h 4794329"/>
              <a:gd name="connsiteX75" fmla="*/ 552641 w 5774797"/>
              <a:gd name="connsiteY75" fmla="*/ 3099928 h 4794329"/>
              <a:gd name="connsiteX76" fmla="*/ 254911 w 5774797"/>
              <a:gd name="connsiteY76" fmla="*/ 3099928 h 4794329"/>
              <a:gd name="connsiteX77" fmla="*/ 254912 w 5774797"/>
              <a:gd name="connsiteY77" fmla="*/ 3099928 h 4794329"/>
              <a:gd name="connsiteX78" fmla="*/ 254912 w 5774797"/>
              <a:gd name="connsiteY78" fmla="*/ 2802198 h 4794329"/>
              <a:gd name="connsiteX79" fmla="*/ 2976595 w 5774797"/>
              <a:gd name="connsiteY79" fmla="*/ 80515 h 4794329"/>
              <a:gd name="connsiteX80" fmla="*/ 3125460 w 5774797"/>
              <a:gd name="connsiteY80" fmla="*/ 18853 h 4794329"/>
              <a:gd name="connsiteX81" fmla="*/ 2465583 w 5774797"/>
              <a:gd name="connsiteY81" fmla="*/ 0 h 4794329"/>
              <a:gd name="connsiteX82" fmla="*/ 2614448 w 5774797"/>
              <a:gd name="connsiteY82" fmla="*/ 61662 h 4794329"/>
              <a:gd name="connsiteX83" fmla="*/ 2614448 w 5774797"/>
              <a:gd name="connsiteY83" fmla="*/ 359392 h 4794329"/>
              <a:gd name="connsiteX84" fmla="*/ 632768 w 5774797"/>
              <a:gd name="connsiteY84" fmla="*/ 2341071 h 4794329"/>
              <a:gd name="connsiteX85" fmla="*/ 335037 w 5774797"/>
              <a:gd name="connsiteY85" fmla="*/ 2341071 h 4794329"/>
              <a:gd name="connsiteX86" fmla="*/ 335039 w 5774797"/>
              <a:gd name="connsiteY86" fmla="*/ 2341071 h 4794329"/>
              <a:gd name="connsiteX87" fmla="*/ 335039 w 5774797"/>
              <a:gd name="connsiteY87" fmla="*/ 2043341 h 4794329"/>
              <a:gd name="connsiteX88" fmla="*/ 2316718 w 5774797"/>
              <a:gd name="connsiteY88" fmla="*/ 61662 h 4794329"/>
              <a:gd name="connsiteX89" fmla="*/ 2465583 w 5774797"/>
              <a:gd name="connsiteY89" fmla="*/ 0 h 479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774797" h="4794329">
                <a:moveTo>
                  <a:pt x="4633897" y="3202389"/>
                </a:moveTo>
                <a:cubicBezTo>
                  <a:pt x="4687776" y="3202389"/>
                  <a:pt x="4741654" y="3222943"/>
                  <a:pt x="4782762" y="3264051"/>
                </a:cubicBezTo>
                <a:cubicBezTo>
                  <a:pt x="4864978" y="3346267"/>
                  <a:pt x="4864978" y="3479565"/>
                  <a:pt x="4782762" y="3561781"/>
                </a:cubicBezTo>
                <a:lnTo>
                  <a:pt x="4122323" y="4222219"/>
                </a:lnTo>
                <a:cubicBezTo>
                  <a:pt x="4040107" y="4304435"/>
                  <a:pt x="3906809" y="4304435"/>
                  <a:pt x="3824593" y="4222219"/>
                </a:cubicBezTo>
                <a:lnTo>
                  <a:pt x="3824594" y="4222219"/>
                </a:lnTo>
                <a:cubicBezTo>
                  <a:pt x="3742378" y="4140003"/>
                  <a:pt x="3742378" y="4006704"/>
                  <a:pt x="3824594" y="3924488"/>
                </a:cubicBezTo>
                <a:lnTo>
                  <a:pt x="4485032" y="3264051"/>
                </a:lnTo>
                <a:cubicBezTo>
                  <a:pt x="4526140" y="3222943"/>
                  <a:pt x="4580018" y="3202389"/>
                  <a:pt x="4633897" y="3202389"/>
                </a:cubicBezTo>
                <a:close/>
                <a:moveTo>
                  <a:pt x="4600666" y="1896653"/>
                </a:moveTo>
                <a:cubicBezTo>
                  <a:pt x="4654544" y="1896653"/>
                  <a:pt x="4708423" y="1917207"/>
                  <a:pt x="4749531" y="1958315"/>
                </a:cubicBezTo>
                <a:cubicBezTo>
                  <a:pt x="4831747" y="2040531"/>
                  <a:pt x="4831747" y="2173830"/>
                  <a:pt x="4749531" y="2256046"/>
                </a:cubicBezTo>
                <a:lnTo>
                  <a:pt x="2272908" y="4732667"/>
                </a:lnTo>
                <a:cubicBezTo>
                  <a:pt x="2190692" y="4814883"/>
                  <a:pt x="2057394" y="4814883"/>
                  <a:pt x="1975178" y="4732667"/>
                </a:cubicBezTo>
                <a:lnTo>
                  <a:pt x="1975180" y="4732667"/>
                </a:lnTo>
                <a:cubicBezTo>
                  <a:pt x="1892964" y="4650451"/>
                  <a:pt x="1892964" y="4517153"/>
                  <a:pt x="1975180" y="4434937"/>
                </a:cubicBezTo>
                <a:lnTo>
                  <a:pt x="4451801" y="1958315"/>
                </a:lnTo>
                <a:cubicBezTo>
                  <a:pt x="4492909" y="1917207"/>
                  <a:pt x="4546787" y="1896653"/>
                  <a:pt x="4600666" y="1896653"/>
                </a:cubicBezTo>
                <a:close/>
                <a:moveTo>
                  <a:pt x="5564270" y="1606041"/>
                </a:moveTo>
                <a:cubicBezTo>
                  <a:pt x="5618148" y="1606041"/>
                  <a:pt x="5672027" y="1626595"/>
                  <a:pt x="5713135" y="1667703"/>
                </a:cubicBezTo>
                <a:cubicBezTo>
                  <a:pt x="5795351" y="1749919"/>
                  <a:pt x="5795351" y="1883217"/>
                  <a:pt x="5713135" y="1965433"/>
                </a:cubicBezTo>
                <a:lnTo>
                  <a:pt x="3828060" y="3850507"/>
                </a:lnTo>
                <a:cubicBezTo>
                  <a:pt x="3745844" y="3932723"/>
                  <a:pt x="3612546" y="3932723"/>
                  <a:pt x="3530330" y="3850507"/>
                </a:cubicBezTo>
                <a:lnTo>
                  <a:pt x="3530331" y="3850507"/>
                </a:lnTo>
                <a:cubicBezTo>
                  <a:pt x="3448115" y="3768291"/>
                  <a:pt x="3448115" y="3634993"/>
                  <a:pt x="3530331" y="3552777"/>
                </a:cubicBezTo>
                <a:lnTo>
                  <a:pt x="5415405" y="1667703"/>
                </a:lnTo>
                <a:cubicBezTo>
                  <a:pt x="5456513" y="1626595"/>
                  <a:pt x="5510391" y="1606041"/>
                  <a:pt x="5564270" y="1606041"/>
                </a:cubicBezTo>
                <a:close/>
                <a:moveTo>
                  <a:pt x="5112231" y="717042"/>
                </a:moveTo>
                <a:cubicBezTo>
                  <a:pt x="5166109" y="717042"/>
                  <a:pt x="5219988" y="737596"/>
                  <a:pt x="5261096" y="778704"/>
                </a:cubicBezTo>
                <a:cubicBezTo>
                  <a:pt x="5343312" y="860920"/>
                  <a:pt x="5343312" y="994218"/>
                  <a:pt x="5261096" y="1076435"/>
                </a:cubicBezTo>
                <a:lnTo>
                  <a:pt x="2185905" y="4151624"/>
                </a:lnTo>
                <a:cubicBezTo>
                  <a:pt x="2103689" y="4233840"/>
                  <a:pt x="1970391" y="4233840"/>
                  <a:pt x="1888175" y="4151624"/>
                </a:cubicBezTo>
                <a:lnTo>
                  <a:pt x="1888176" y="4151624"/>
                </a:lnTo>
                <a:cubicBezTo>
                  <a:pt x="1805960" y="4069408"/>
                  <a:pt x="1805960" y="3936110"/>
                  <a:pt x="1888176" y="3853894"/>
                </a:cubicBezTo>
                <a:lnTo>
                  <a:pt x="4963366" y="778704"/>
                </a:lnTo>
                <a:cubicBezTo>
                  <a:pt x="5004474" y="737596"/>
                  <a:pt x="5058352" y="717042"/>
                  <a:pt x="5112231" y="717042"/>
                </a:cubicBezTo>
                <a:close/>
                <a:moveTo>
                  <a:pt x="4555993" y="598413"/>
                </a:moveTo>
                <a:cubicBezTo>
                  <a:pt x="4609872" y="598413"/>
                  <a:pt x="4663750" y="618967"/>
                  <a:pt x="4704858" y="660075"/>
                </a:cubicBezTo>
                <a:cubicBezTo>
                  <a:pt x="4787074" y="742291"/>
                  <a:pt x="4787074" y="875589"/>
                  <a:pt x="4704858" y="957805"/>
                </a:cubicBezTo>
                <a:lnTo>
                  <a:pt x="959031" y="4703631"/>
                </a:lnTo>
                <a:cubicBezTo>
                  <a:pt x="876815" y="4785847"/>
                  <a:pt x="743517" y="4785847"/>
                  <a:pt x="661301" y="4703631"/>
                </a:cubicBezTo>
                <a:lnTo>
                  <a:pt x="661302" y="4703631"/>
                </a:lnTo>
                <a:cubicBezTo>
                  <a:pt x="579087" y="4621415"/>
                  <a:pt x="579087" y="4488117"/>
                  <a:pt x="661302" y="4405901"/>
                </a:cubicBezTo>
                <a:lnTo>
                  <a:pt x="4407128" y="660075"/>
                </a:lnTo>
                <a:cubicBezTo>
                  <a:pt x="4448236" y="618967"/>
                  <a:pt x="4502115" y="598413"/>
                  <a:pt x="4555993" y="598413"/>
                </a:cubicBezTo>
                <a:close/>
                <a:moveTo>
                  <a:pt x="3285716" y="530016"/>
                </a:moveTo>
                <a:cubicBezTo>
                  <a:pt x="3339595" y="530015"/>
                  <a:pt x="3393473" y="550569"/>
                  <a:pt x="3434581" y="591677"/>
                </a:cubicBezTo>
                <a:cubicBezTo>
                  <a:pt x="3516797" y="673894"/>
                  <a:pt x="3516797" y="807191"/>
                  <a:pt x="3434581" y="889408"/>
                </a:cubicBezTo>
                <a:lnTo>
                  <a:pt x="359390" y="3964597"/>
                </a:lnTo>
                <a:cubicBezTo>
                  <a:pt x="277175" y="4046813"/>
                  <a:pt x="143876" y="4046813"/>
                  <a:pt x="61661" y="3964597"/>
                </a:cubicBezTo>
                <a:lnTo>
                  <a:pt x="61662" y="3964597"/>
                </a:lnTo>
                <a:cubicBezTo>
                  <a:pt x="-20554" y="3882381"/>
                  <a:pt x="-20554" y="3749083"/>
                  <a:pt x="61662" y="3666867"/>
                </a:cubicBezTo>
                <a:lnTo>
                  <a:pt x="3136851" y="591677"/>
                </a:lnTo>
                <a:cubicBezTo>
                  <a:pt x="3177959" y="550569"/>
                  <a:pt x="3231837" y="530015"/>
                  <a:pt x="3285716" y="530016"/>
                </a:cubicBezTo>
                <a:close/>
                <a:moveTo>
                  <a:pt x="4139534" y="347526"/>
                </a:moveTo>
                <a:cubicBezTo>
                  <a:pt x="4193413" y="347526"/>
                  <a:pt x="4247291" y="368080"/>
                  <a:pt x="4288399" y="409188"/>
                </a:cubicBezTo>
                <a:cubicBezTo>
                  <a:pt x="4370615" y="491405"/>
                  <a:pt x="4370615" y="624702"/>
                  <a:pt x="4288399" y="706919"/>
                </a:cubicBezTo>
                <a:lnTo>
                  <a:pt x="1213208" y="3782108"/>
                </a:lnTo>
                <a:cubicBezTo>
                  <a:pt x="1130992" y="3864324"/>
                  <a:pt x="997694" y="3864324"/>
                  <a:pt x="915478" y="3782108"/>
                </a:cubicBezTo>
                <a:lnTo>
                  <a:pt x="915479" y="3782108"/>
                </a:lnTo>
                <a:cubicBezTo>
                  <a:pt x="833263" y="3699892"/>
                  <a:pt x="833263" y="3566594"/>
                  <a:pt x="915479" y="3484378"/>
                </a:cubicBezTo>
                <a:lnTo>
                  <a:pt x="3990669" y="409188"/>
                </a:lnTo>
                <a:cubicBezTo>
                  <a:pt x="4031777" y="368080"/>
                  <a:pt x="4085655" y="347526"/>
                  <a:pt x="4139534" y="347526"/>
                </a:cubicBezTo>
                <a:close/>
                <a:moveTo>
                  <a:pt x="1664402" y="126303"/>
                </a:moveTo>
                <a:cubicBezTo>
                  <a:pt x="1718280" y="126303"/>
                  <a:pt x="1772159" y="146856"/>
                  <a:pt x="1813267" y="187965"/>
                </a:cubicBezTo>
                <a:cubicBezTo>
                  <a:pt x="1895483" y="270181"/>
                  <a:pt x="1895483" y="403479"/>
                  <a:pt x="1813267" y="485695"/>
                </a:cubicBezTo>
                <a:lnTo>
                  <a:pt x="554549" y="1744412"/>
                </a:lnTo>
                <a:cubicBezTo>
                  <a:pt x="472333" y="1826628"/>
                  <a:pt x="339035" y="1826628"/>
                  <a:pt x="256818" y="1744412"/>
                </a:cubicBezTo>
                <a:lnTo>
                  <a:pt x="256820" y="1744412"/>
                </a:lnTo>
                <a:cubicBezTo>
                  <a:pt x="174605" y="1662196"/>
                  <a:pt x="174605" y="1528898"/>
                  <a:pt x="256820" y="1446682"/>
                </a:cubicBezTo>
                <a:lnTo>
                  <a:pt x="1515537" y="187965"/>
                </a:lnTo>
                <a:cubicBezTo>
                  <a:pt x="1556645" y="146856"/>
                  <a:pt x="1610523" y="126303"/>
                  <a:pt x="1664402" y="126303"/>
                </a:cubicBezTo>
                <a:close/>
                <a:moveTo>
                  <a:pt x="3125460" y="18853"/>
                </a:moveTo>
                <a:cubicBezTo>
                  <a:pt x="3179339" y="18853"/>
                  <a:pt x="3233217" y="39407"/>
                  <a:pt x="3274325" y="80515"/>
                </a:cubicBezTo>
                <a:cubicBezTo>
                  <a:pt x="3356541" y="162731"/>
                  <a:pt x="3356541" y="296029"/>
                  <a:pt x="3274325" y="378245"/>
                </a:cubicBezTo>
                <a:lnTo>
                  <a:pt x="552641" y="3099928"/>
                </a:lnTo>
                <a:cubicBezTo>
                  <a:pt x="470425" y="3182144"/>
                  <a:pt x="337126" y="3182144"/>
                  <a:pt x="254911" y="3099928"/>
                </a:cubicBezTo>
                <a:lnTo>
                  <a:pt x="254912" y="3099928"/>
                </a:lnTo>
                <a:cubicBezTo>
                  <a:pt x="172696" y="3017712"/>
                  <a:pt x="172696" y="2884414"/>
                  <a:pt x="254912" y="2802198"/>
                </a:cubicBezTo>
                <a:lnTo>
                  <a:pt x="2976595" y="80515"/>
                </a:lnTo>
                <a:cubicBezTo>
                  <a:pt x="3017703" y="39407"/>
                  <a:pt x="3071581" y="18853"/>
                  <a:pt x="3125460" y="18853"/>
                </a:cubicBezTo>
                <a:close/>
                <a:moveTo>
                  <a:pt x="2465583" y="0"/>
                </a:moveTo>
                <a:cubicBezTo>
                  <a:pt x="2519461" y="0"/>
                  <a:pt x="2573340" y="20554"/>
                  <a:pt x="2614448" y="61662"/>
                </a:cubicBezTo>
                <a:cubicBezTo>
                  <a:pt x="2696664" y="143878"/>
                  <a:pt x="2696664" y="277176"/>
                  <a:pt x="2614448" y="359392"/>
                </a:cubicBezTo>
                <a:lnTo>
                  <a:pt x="632768" y="2341071"/>
                </a:lnTo>
                <a:cubicBezTo>
                  <a:pt x="550552" y="2423287"/>
                  <a:pt x="417253" y="2423287"/>
                  <a:pt x="335037" y="2341071"/>
                </a:cubicBezTo>
                <a:lnTo>
                  <a:pt x="335039" y="2341071"/>
                </a:lnTo>
                <a:cubicBezTo>
                  <a:pt x="252822" y="2258855"/>
                  <a:pt x="252822" y="2125557"/>
                  <a:pt x="335039" y="2043341"/>
                </a:cubicBezTo>
                <a:lnTo>
                  <a:pt x="2316718" y="61662"/>
                </a:lnTo>
                <a:cubicBezTo>
                  <a:pt x="2357826" y="20554"/>
                  <a:pt x="2411704" y="0"/>
                  <a:pt x="2465583" y="0"/>
                </a:cubicBezTo>
                <a:close/>
              </a:path>
            </a:pathLst>
          </a:custGeom>
          <a:pattFill prst="pct20">
            <a:fgClr>
              <a:schemeClr val="bg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307203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ttom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 flipH="1">
            <a:off x="5261113" y="0"/>
            <a:ext cx="6930887" cy="6858000"/>
          </a:xfrm>
          <a:prstGeom prst="rtTriangle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57111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ona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1" y="-1"/>
            <a:ext cx="4744278" cy="6858001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767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gonal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2"/>
          <p:cNvSpPr>
            <a:spLocks noGrp="1"/>
          </p:cNvSpPr>
          <p:nvPr>
            <p:ph type="pic" sz="quarter" idx="12"/>
          </p:nvPr>
        </p:nvSpPr>
        <p:spPr>
          <a:xfrm flipH="1">
            <a:off x="7447722" y="0"/>
            <a:ext cx="4744278" cy="6858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414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halh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7206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17365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12967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22159" y="6467061"/>
            <a:ext cx="410817" cy="390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4505739" cy="6857999"/>
          </a:xfrm>
        </p:spPr>
        <p:txBody>
          <a:bodyPr/>
          <a:lstStyle/>
          <a:p>
            <a:endParaRPr lang="id-ID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3755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center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432313" y="1"/>
            <a:ext cx="2133600" cy="6857999"/>
          </a:xfrm>
        </p:spPr>
        <p:txBody>
          <a:bodyPr/>
          <a:lstStyle/>
          <a:p>
            <a:endParaRPr lang="id-ID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99624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center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566991" y="1"/>
            <a:ext cx="2133600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808493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mall sid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875722" cy="6857999"/>
          </a:xfrm>
        </p:spPr>
        <p:txBody>
          <a:bodyPr/>
          <a:lstStyle/>
          <a:p>
            <a:endParaRPr lang="id-ID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88180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mall 2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299791" cy="6857999"/>
          </a:xfrm>
        </p:spPr>
        <p:txBody>
          <a:bodyPr/>
          <a:lstStyle/>
          <a:p>
            <a:endParaRPr lang="id-ID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051234" y="1"/>
            <a:ext cx="3140765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63890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mall sid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9316278" y="1"/>
            <a:ext cx="2875722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6685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98409" y="848138"/>
            <a:ext cx="3180522" cy="5121965"/>
          </a:xfrm>
          <a:prstGeom prst="foldedCorner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286889" y="465183"/>
            <a:ext cx="64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9B9A1CC-CF23-404A-A754-6B4803B2A082}" type="slidenum">
              <a:rPr lang="id-ID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id-ID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1395567" y="40809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69591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86261" y="1"/>
            <a:ext cx="4505739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50004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37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5.emf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tags" Target="../tags/tag4.xml"/><Relationship Id="rId21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64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7.xml"/><Relationship Id="rId40" Type="http://schemas.openxmlformats.org/officeDocument/2006/relationships/oleObject" Target="../embeddings/oleObject3.bin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5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63.xml"/><Relationship Id="rId3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7E5EF2D-89B9-A8B7-95C9-A18E812BB4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020476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E5EF2D-89B9-A8B7-95C9-A18E812BB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0FF5D-FFF5-E87F-E710-59B460E8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A22A0-BC37-0125-9F6C-1D7C02F0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99187-3508-99C3-34B6-B43CC81FF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3815-1EA9-0F41-1189-6CEF510E1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B8C5-59C3-41B4-1E2C-63DA7136C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E30B5-E807-411F-A72E-F8C82DEB1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98" r:id="rId13"/>
    <p:sldLayoutId id="2147483699" r:id="rId14"/>
    <p:sldLayoutId id="2147483701" r:id="rId15"/>
    <p:sldLayoutId id="2147483702" r:id="rId16"/>
    <p:sldLayoutId id="2147483848" r:id="rId17"/>
    <p:sldLayoutId id="2147483876" r:id="rId18"/>
    <p:sldLayoutId id="2147483879" r:id="rId19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B9EC-AA6A-40A8-8C9A-A26E776BA3E6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E6631-4158-4222-BB5F-DD7E3074E942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2080961-739A-BF5F-EC3E-F928251DF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0138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07" imgH="307" progId="TCLayout.ActiveDocument.1">
                  <p:embed/>
                </p:oleObj>
              </mc:Choice>
              <mc:Fallback>
                <p:oleObj name="think-cell Slide" r:id="rId14" imgW="307" imgH="30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080961-739A-BF5F-EC3E-F928251DF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2461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4CFA024-8E70-F8B8-67B8-EE21DE724E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2929476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95" imgH="394" progId="TCLayout.ActiveDocument.1">
                  <p:embed/>
                </p:oleObj>
              </mc:Choice>
              <mc:Fallback>
                <p:oleObj name="think-cell Slide" r:id="rId40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CFA024-8E70-F8B8-67B8-EE21DE724E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34C31-475E-4A2F-A9AA-BA95AC06B52C}" type="datetimeFigureOut">
              <a:rPr lang="id-ID" smtClean="0"/>
              <a:t>05/12/2025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43B4A-7628-478F-BD81-93B0BA7BE24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648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  <p:sldLayoutId id="2147483794" r:id="rId35"/>
    <p:sldLayoutId id="2147483795" r:id="rId36"/>
    <p:sldLayoutId id="2147483796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4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1.jpeg"/><Relationship Id="rId5" Type="http://schemas.openxmlformats.org/officeDocument/2006/relationships/diagramData" Target="../diagrams/data1.xml"/><Relationship Id="rId10" Type="http://schemas.openxmlformats.org/officeDocument/2006/relationships/image" Target="../media/image10.png"/><Relationship Id="rId4" Type="http://schemas.openxmlformats.org/officeDocument/2006/relationships/image" Target="../media/image1.emf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oleObject" Target="../embeddings/oleObject4.bin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.emf"/><Relationship Id="rId9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oleObject" Target="../embeddings/oleObject4.bin"/><Relationship Id="rId7" Type="http://schemas.openxmlformats.org/officeDocument/2006/relationships/diagramQuickStyle" Target="../diagrams/quickStyl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.emf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12.emf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oleObject" Target="../embeddings/oleObject4.bin"/><Relationship Id="rId7" Type="http://schemas.openxmlformats.org/officeDocument/2006/relationships/diagramQuickStyle" Target="../diagrams/quickStyl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.emf"/><Relationship Id="rId9" Type="http://schemas.microsoft.com/office/2007/relationships/diagramDrawing" Target="../diagrams/drawing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66536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3" y="1442557"/>
            <a:ext cx="12191999" cy="1284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34289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spc="3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  <a:sym typeface="Futura Bold"/>
              </a:rPr>
              <a:t>BÁO CÁO</a:t>
            </a:r>
            <a:endParaRPr lang="en-US" sz="8000" b="1" spc="30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3480311" y="4959003"/>
            <a:ext cx="5231377" cy="0"/>
          </a:xfrm>
          <a:prstGeom prst="line">
            <a:avLst/>
          </a:prstGeom>
          <a:ln w="38100" cap="flat">
            <a:solidFill>
              <a:srgbClr val="E1FF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3584263" y="5161273"/>
            <a:ext cx="523816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Tp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Hồ Ch</a:t>
            </a: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 Minh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12/2025</a:t>
            </a:r>
          </a:p>
        </p:txBody>
      </p:sp>
      <p:pic>
        <p:nvPicPr>
          <p:cNvPr id="2" name="Picture 1" descr="A green and blue logo&#10;&#10;Description automatically generated">
            <a:extLst>
              <a:ext uri="{FF2B5EF4-FFF2-40B4-BE49-F238E27FC236}">
                <a16:creationId xmlns:a16="http://schemas.microsoft.com/office/drawing/2014/main" id="{A380937E-6391-8312-AC2D-25C588CDE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" y="58123"/>
            <a:ext cx="914400" cy="934191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90866EE4-3CC3-2B64-AC5B-864BC449CE61}"/>
              </a:ext>
            </a:extLst>
          </p:cNvPr>
          <p:cNvSpPr txBox="1"/>
          <p:nvPr/>
        </p:nvSpPr>
        <p:spPr>
          <a:xfrm>
            <a:off x="-71766" y="2775452"/>
            <a:ext cx="12192000" cy="199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  <a:sym typeface="Futura Bold"/>
              </a:rPr>
              <a:t>CHƯƠNG TRÌNH HÀNH ĐỘNG</a:t>
            </a:r>
          </a:p>
          <a:p>
            <a:pPr marL="0" marR="0" lvl="0" indent="0" algn="ctr" defTabSz="6096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  <a:sym typeface="Futura Bold"/>
              </a:rPr>
              <a:t>CHƯƠNG TRÌNH NHÂN VIÊN TÀI NĂNG</a:t>
            </a:r>
          </a:p>
          <a:p>
            <a:pPr marL="0" marR="0" lvl="0" indent="0" algn="ctr" defTabSz="6096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  <a:sym typeface="Futura Bold"/>
              </a:rPr>
              <a:t>TRẦN THỊ TRANG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EB3C7-D5BF-4D9C-1501-96F82021EFE3}"/>
              </a:ext>
            </a:extLst>
          </p:cNvPr>
          <p:cNvSpPr txBox="1"/>
          <p:nvPr/>
        </p:nvSpPr>
        <p:spPr>
          <a:xfrm>
            <a:off x="860242" y="174513"/>
            <a:ext cx="544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TỔNG CÔNG TY THĂM DÒ KHAI THÁC DẦU KHÍ</a:t>
            </a:r>
          </a:p>
        </p:txBody>
      </p:sp>
    </p:spTree>
    <p:extLst>
      <p:ext uri="{BB962C8B-B14F-4D97-AF65-F5344CB8AC3E}">
        <p14:creationId xmlns:p14="http://schemas.microsoft.com/office/powerpoint/2010/main" val="189012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 txBox="1"/>
          <p:nvPr/>
        </p:nvSpPr>
        <p:spPr>
          <a:xfrm>
            <a:off x="5714999" y="556872"/>
            <a:ext cx="4607629" cy="952100"/>
          </a:xfrm>
          <a:prstGeom prst="rect">
            <a:avLst/>
          </a:prstGeom>
          <a:gradFill rotWithShape="1">
            <a:gsLst>
              <a:gs pos="0">
                <a:srgbClr val="0097B2">
                  <a:alpha val="100000"/>
                </a:srgbClr>
              </a:gs>
              <a:gs pos="100000">
                <a:srgbClr val="7ED957">
                  <a:alpha val="100000"/>
                </a:srgbClr>
              </a:gs>
            </a:gsLst>
            <a:lin ang="0"/>
          </a:gradFill>
        </p:spPr>
        <p:txBody>
          <a:bodyPr anchor="ctr"/>
          <a:lstStyle>
            <a:defPPr>
              <a:defRPr lang="en-US"/>
            </a:defPPr>
            <a:lvl1pPr>
              <a:defRPr sz="2200"/>
            </a:lvl1pPr>
          </a:lstStyle>
          <a:p>
            <a:pPr algn="ctr"/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Futura Ultra-Bold"/>
              </a:rPr>
              <a:t>NỘI DUNG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76A77105-4EEF-4C65-D647-F90132856E6B}"/>
              </a:ext>
            </a:extLst>
          </p:cNvPr>
          <p:cNvGrpSpPr/>
          <p:nvPr/>
        </p:nvGrpSpPr>
        <p:grpSpPr>
          <a:xfrm>
            <a:off x="11643675" y="-28281"/>
            <a:ext cx="548325" cy="6886281"/>
            <a:chOff x="0" y="-38100"/>
            <a:chExt cx="812800" cy="850900"/>
          </a:xfrm>
          <a:solidFill>
            <a:srgbClr val="00B050"/>
          </a:solidFill>
        </p:grpSpPr>
        <p:sp>
          <p:nvSpPr>
            <p:cNvPr id="3" name="Freeform 14">
              <a:extLst>
                <a:ext uri="{FF2B5EF4-FFF2-40B4-BE49-F238E27FC236}">
                  <a16:creationId xmlns:a16="http://schemas.microsoft.com/office/drawing/2014/main" id="{96A1947C-88A8-0229-C056-A80276C7C02E}"/>
                </a:ext>
              </a:extLst>
            </p:cNvPr>
            <p:cNvSpPr/>
            <p:nvPr/>
          </p:nvSpPr>
          <p:spPr>
            <a:xfrm>
              <a:off x="0" y="-34728"/>
              <a:ext cx="650240" cy="81774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  <p:txBody>
            <a:bodyPr anchor="ctr"/>
            <a:lstStyle/>
            <a:p>
              <a:pPr algn="ctr"/>
              <a:endPara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F42AD0D4-320F-F3FF-E5DF-7B74A19C1512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  <p:txBody>
            <a:bodyPr anchor="ctr"/>
            <a:lstStyle>
              <a:defPPr>
                <a:defRPr lang="en-US"/>
              </a:defPPr>
              <a:lvl1pPr algn="ctr">
                <a:defRPr sz="5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endParaRPr/>
            </a:p>
          </p:txBody>
        </p:sp>
      </p:grpSp>
      <p:pic>
        <p:nvPicPr>
          <p:cNvPr id="56" name="Picture 55" descr="Oil rig in the middle of the ocean&#10;&#10;AI-generated content may be incorrect.">
            <a:extLst>
              <a:ext uri="{FF2B5EF4-FFF2-40B4-BE49-F238E27FC236}">
                <a16:creationId xmlns:a16="http://schemas.microsoft.com/office/drawing/2014/main" id="{A7DAD2F0-FDC4-EC0E-8338-35501ECE7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10" t="-1247" r="34200" b="1247"/>
          <a:stretch>
            <a:fillRect/>
          </a:stretch>
        </p:blipFill>
        <p:spPr>
          <a:xfrm>
            <a:off x="0" y="-79721"/>
            <a:ext cx="4236944" cy="6937721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6D84CA4-3729-B6C9-7D8A-407495D7B5E4}"/>
              </a:ext>
            </a:extLst>
          </p:cNvPr>
          <p:cNvGrpSpPr/>
          <p:nvPr/>
        </p:nvGrpSpPr>
        <p:grpSpPr>
          <a:xfrm>
            <a:off x="4340054" y="2171415"/>
            <a:ext cx="7368167" cy="3222700"/>
            <a:chOff x="4767428" y="1977459"/>
            <a:chExt cx="6743717" cy="2664811"/>
          </a:xfrm>
        </p:grpSpPr>
        <p:sp>
          <p:nvSpPr>
            <p:cNvPr id="85" name="Freeform 11">
              <a:extLst>
                <a:ext uri="{FF2B5EF4-FFF2-40B4-BE49-F238E27FC236}">
                  <a16:creationId xmlns:a16="http://schemas.microsoft.com/office/drawing/2014/main" id="{89FED3BC-A274-F4BE-13DD-87A27F97D507}"/>
                </a:ext>
              </a:extLst>
            </p:cNvPr>
            <p:cNvSpPr/>
            <p:nvPr/>
          </p:nvSpPr>
          <p:spPr>
            <a:xfrm>
              <a:off x="5227828" y="3736693"/>
              <a:ext cx="462303" cy="453755"/>
            </a:xfrm>
            <a:custGeom>
              <a:avLst/>
              <a:gdLst/>
              <a:ahLst/>
              <a:cxnLst/>
              <a:rect l="l" t="t" r="r" b="b"/>
              <a:pathLst>
                <a:path w="781939" h="786765">
                  <a:moveTo>
                    <a:pt x="781939" y="786765"/>
                  </a:moveTo>
                  <a:cubicBezTo>
                    <a:pt x="736346" y="786765"/>
                    <a:pt x="736346" y="786765"/>
                    <a:pt x="736346" y="786765"/>
                  </a:cubicBezTo>
                  <a:cubicBezTo>
                    <a:pt x="736346" y="378079"/>
                    <a:pt x="406146" y="45847"/>
                    <a:pt x="0" y="458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28879" y="0"/>
                    <a:pt x="781939" y="351409"/>
                    <a:pt x="781939" y="786765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4" name="Group 14">
              <a:extLst>
                <a:ext uri="{FF2B5EF4-FFF2-40B4-BE49-F238E27FC236}">
                  <a16:creationId xmlns:a16="http://schemas.microsoft.com/office/drawing/2014/main" id="{3F70F750-50F4-4DCD-5458-A47108ACAA18}"/>
                </a:ext>
              </a:extLst>
            </p:cNvPr>
            <p:cNvGrpSpPr/>
            <p:nvPr/>
          </p:nvGrpSpPr>
          <p:grpSpPr>
            <a:xfrm>
              <a:off x="5227828" y="1977459"/>
              <a:ext cx="462303" cy="453755"/>
              <a:chOff x="0" y="0"/>
              <a:chExt cx="781939" cy="786765"/>
            </a:xfrm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51534691-2438-8C65-534A-188F0337E707}"/>
                  </a:ext>
                </a:extLst>
              </p:cNvPr>
              <p:cNvSpPr/>
              <p:nvPr/>
            </p:nvSpPr>
            <p:spPr>
              <a:xfrm>
                <a:off x="0" y="0"/>
                <a:ext cx="781939" cy="786765"/>
              </a:xfrm>
              <a:custGeom>
                <a:avLst/>
                <a:gdLst/>
                <a:ahLst/>
                <a:cxnLst/>
                <a:rect l="l" t="t" r="r" b="b"/>
                <a:pathLst>
                  <a:path w="781939" h="786765">
                    <a:moveTo>
                      <a:pt x="781939" y="786765"/>
                    </a:moveTo>
                    <a:cubicBezTo>
                      <a:pt x="736346" y="786765"/>
                      <a:pt x="736346" y="786765"/>
                      <a:pt x="736346" y="786765"/>
                    </a:cubicBezTo>
                    <a:cubicBezTo>
                      <a:pt x="736346" y="378079"/>
                      <a:pt x="406146" y="45847"/>
                      <a:pt x="0" y="458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28879" y="0"/>
                      <a:pt x="781939" y="351409"/>
                      <a:pt x="781939" y="78676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16">
              <a:extLst>
                <a:ext uri="{FF2B5EF4-FFF2-40B4-BE49-F238E27FC236}">
                  <a16:creationId xmlns:a16="http://schemas.microsoft.com/office/drawing/2014/main" id="{77CB8E93-C226-D581-1044-B1DFFF1453C4}"/>
                </a:ext>
              </a:extLst>
            </p:cNvPr>
            <p:cNvGrpSpPr/>
            <p:nvPr/>
          </p:nvGrpSpPr>
          <p:grpSpPr>
            <a:xfrm>
              <a:off x="5227828" y="2856615"/>
              <a:ext cx="462303" cy="453755"/>
              <a:chOff x="0" y="0"/>
              <a:chExt cx="781939" cy="786765"/>
            </a:xfrm>
          </p:grpSpPr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73EC6029-7BD3-677B-AF3D-7B4D16D250FD}"/>
                  </a:ext>
                </a:extLst>
              </p:cNvPr>
              <p:cNvSpPr/>
              <p:nvPr/>
            </p:nvSpPr>
            <p:spPr>
              <a:xfrm>
                <a:off x="0" y="0"/>
                <a:ext cx="781939" cy="786765"/>
              </a:xfrm>
              <a:custGeom>
                <a:avLst/>
                <a:gdLst/>
                <a:ahLst/>
                <a:cxnLst/>
                <a:rect l="l" t="t" r="r" b="b"/>
                <a:pathLst>
                  <a:path w="781939" h="786765">
                    <a:moveTo>
                      <a:pt x="781939" y="786765"/>
                    </a:moveTo>
                    <a:cubicBezTo>
                      <a:pt x="736346" y="786765"/>
                      <a:pt x="736346" y="786765"/>
                      <a:pt x="736346" y="786765"/>
                    </a:cubicBezTo>
                    <a:cubicBezTo>
                      <a:pt x="736346" y="378079"/>
                      <a:pt x="406146" y="45847"/>
                      <a:pt x="0" y="458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28879" y="0"/>
                      <a:pt x="781939" y="351409"/>
                      <a:pt x="781939" y="78676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18">
              <a:extLst>
                <a:ext uri="{FF2B5EF4-FFF2-40B4-BE49-F238E27FC236}">
                  <a16:creationId xmlns:a16="http://schemas.microsoft.com/office/drawing/2014/main" id="{36B7A206-8E66-779F-6E08-EDBD021BFA30}"/>
                </a:ext>
              </a:extLst>
            </p:cNvPr>
            <p:cNvGrpSpPr/>
            <p:nvPr/>
          </p:nvGrpSpPr>
          <p:grpSpPr>
            <a:xfrm>
              <a:off x="4767428" y="2431185"/>
              <a:ext cx="6743717" cy="451851"/>
              <a:chOff x="0" y="0"/>
              <a:chExt cx="7590536" cy="783463"/>
            </a:xfrm>
          </p:grpSpPr>
          <p:sp>
            <p:nvSpPr>
              <p:cNvPr id="82" name="Freeform 19">
                <a:extLst>
                  <a:ext uri="{FF2B5EF4-FFF2-40B4-BE49-F238E27FC236}">
                    <a16:creationId xmlns:a16="http://schemas.microsoft.com/office/drawing/2014/main" id="{11E9AA6A-ACA8-351C-B40D-02335A039AD1}"/>
                  </a:ext>
                </a:extLst>
              </p:cNvPr>
              <p:cNvSpPr/>
              <p:nvPr/>
            </p:nvSpPr>
            <p:spPr>
              <a:xfrm>
                <a:off x="0" y="0"/>
                <a:ext cx="7590536" cy="783463"/>
              </a:xfrm>
              <a:custGeom>
                <a:avLst/>
                <a:gdLst/>
                <a:ahLst/>
                <a:cxnLst/>
                <a:rect l="l" t="t" r="r" b="b"/>
                <a:pathLst>
                  <a:path w="7590536" h="783463">
                    <a:moveTo>
                      <a:pt x="7590536" y="783463"/>
                    </a:moveTo>
                    <a:cubicBezTo>
                      <a:pt x="778383" y="783463"/>
                      <a:pt x="778383" y="783463"/>
                      <a:pt x="778383" y="783463"/>
                    </a:cubicBezTo>
                    <a:cubicBezTo>
                      <a:pt x="349377" y="783463"/>
                      <a:pt x="0" y="431927"/>
                      <a:pt x="0" y="0"/>
                    </a:cubicBezTo>
                    <a:cubicBezTo>
                      <a:pt x="45593" y="0"/>
                      <a:pt x="45593" y="0"/>
                      <a:pt x="45593" y="0"/>
                    </a:cubicBezTo>
                    <a:cubicBezTo>
                      <a:pt x="45593" y="405130"/>
                      <a:pt x="375920" y="737616"/>
                      <a:pt x="778383" y="737616"/>
                    </a:cubicBezTo>
                    <a:cubicBezTo>
                      <a:pt x="7590536" y="737616"/>
                      <a:pt x="7590536" y="737616"/>
                      <a:pt x="7590536" y="737616"/>
                    </a:cubicBezTo>
                    <a:lnTo>
                      <a:pt x="7590536" y="78346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22">
              <a:extLst>
                <a:ext uri="{FF2B5EF4-FFF2-40B4-BE49-F238E27FC236}">
                  <a16:creationId xmlns:a16="http://schemas.microsoft.com/office/drawing/2014/main" id="{F0851A78-869B-37F1-BA9A-E78E26C1666E}"/>
                </a:ext>
              </a:extLst>
            </p:cNvPr>
            <p:cNvGrpSpPr/>
            <p:nvPr/>
          </p:nvGrpSpPr>
          <p:grpSpPr>
            <a:xfrm>
              <a:off x="4767428" y="3310341"/>
              <a:ext cx="6743717" cy="451851"/>
              <a:chOff x="0" y="0"/>
              <a:chExt cx="7590536" cy="783463"/>
            </a:xfrm>
          </p:grpSpPr>
          <p:sp>
            <p:nvSpPr>
              <p:cNvPr id="81" name="Freeform 23">
                <a:extLst>
                  <a:ext uri="{FF2B5EF4-FFF2-40B4-BE49-F238E27FC236}">
                    <a16:creationId xmlns:a16="http://schemas.microsoft.com/office/drawing/2014/main" id="{01AFE463-AEAF-BF1F-8501-951A283672DC}"/>
                  </a:ext>
                </a:extLst>
              </p:cNvPr>
              <p:cNvSpPr/>
              <p:nvPr/>
            </p:nvSpPr>
            <p:spPr>
              <a:xfrm>
                <a:off x="0" y="0"/>
                <a:ext cx="7590536" cy="783463"/>
              </a:xfrm>
              <a:custGeom>
                <a:avLst/>
                <a:gdLst/>
                <a:ahLst/>
                <a:cxnLst/>
                <a:rect l="l" t="t" r="r" b="b"/>
                <a:pathLst>
                  <a:path w="7590536" h="783463">
                    <a:moveTo>
                      <a:pt x="7590536" y="783463"/>
                    </a:moveTo>
                    <a:cubicBezTo>
                      <a:pt x="778383" y="783463"/>
                      <a:pt x="778383" y="783463"/>
                      <a:pt x="778383" y="783463"/>
                    </a:cubicBezTo>
                    <a:cubicBezTo>
                      <a:pt x="349377" y="783463"/>
                      <a:pt x="0" y="431927"/>
                      <a:pt x="0" y="0"/>
                    </a:cubicBezTo>
                    <a:cubicBezTo>
                      <a:pt x="45593" y="0"/>
                      <a:pt x="45593" y="0"/>
                      <a:pt x="45593" y="0"/>
                    </a:cubicBezTo>
                    <a:cubicBezTo>
                      <a:pt x="45593" y="405130"/>
                      <a:pt x="375920" y="737616"/>
                      <a:pt x="778383" y="737616"/>
                    </a:cubicBezTo>
                    <a:cubicBezTo>
                      <a:pt x="7590536" y="737616"/>
                      <a:pt x="7590536" y="737616"/>
                      <a:pt x="7590536" y="737616"/>
                    </a:cubicBezTo>
                    <a:lnTo>
                      <a:pt x="7590536" y="78346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24">
              <a:extLst>
                <a:ext uri="{FF2B5EF4-FFF2-40B4-BE49-F238E27FC236}">
                  <a16:creationId xmlns:a16="http://schemas.microsoft.com/office/drawing/2014/main" id="{F28A5DF4-5187-0075-8516-E39DE8D986E6}"/>
                </a:ext>
              </a:extLst>
            </p:cNvPr>
            <p:cNvGrpSpPr/>
            <p:nvPr/>
          </p:nvGrpSpPr>
          <p:grpSpPr>
            <a:xfrm>
              <a:off x="4767428" y="4190419"/>
              <a:ext cx="6743717" cy="451851"/>
              <a:chOff x="0" y="0"/>
              <a:chExt cx="7590536" cy="783463"/>
            </a:xfrm>
          </p:grpSpPr>
          <p:sp>
            <p:nvSpPr>
              <p:cNvPr id="80" name="Freeform 25">
                <a:extLst>
                  <a:ext uri="{FF2B5EF4-FFF2-40B4-BE49-F238E27FC236}">
                    <a16:creationId xmlns:a16="http://schemas.microsoft.com/office/drawing/2014/main" id="{EEA27418-8F5C-3063-05BA-AB2AA1394C48}"/>
                  </a:ext>
                </a:extLst>
              </p:cNvPr>
              <p:cNvSpPr/>
              <p:nvPr/>
            </p:nvSpPr>
            <p:spPr>
              <a:xfrm>
                <a:off x="0" y="0"/>
                <a:ext cx="7590536" cy="783463"/>
              </a:xfrm>
              <a:custGeom>
                <a:avLst/>
                <a:gdLst/>
                <a:ahLst/>
                <a:cxnLst/>
                <a:rect l="l" t="t" r="r" b="b"/>
                <a:pathLst>
                  <a:path w="7590536" h="783463">
                    <a:moveTo>
                      <a:pt x="7590536" y="783463"/>
                    </a:moveTo>
                    <a:cubicBezTo>
                      <a:pt x="778383" y="783463"/>
                      <a:pt x="778383" y="783463"/>
                      <a:pt x="778383" y="783463"/>
                    </a:cubicBezTo>
                    <a:cubicBezTo>
                      <a:pt x="349377" y="783463"/>
                      <a:pt x="0" y="431927"/>
                      <a:pt x="0" y="0"/>
                    </a:cubicBezTo>
                    <a:cubicBezTo>
                      <a:pt x="45593" y="0"/>
                      <a:pt x="45593" y="0"/>
                      <a:pt x="45593" y="0"/>
                    </a:cubicBezTo>
                    <a:cubicBezTo>
                      <a:pt x="45593" y="405130"/>
                      <a:pt x="375920" y="737616"/>
                      <a:pt x="778383" y="737616"/>
                    </a:cubicBezTo>
                    <a:cubicBezTo>
                      <a:pt x="7590536" y="737616"/>
                      <a:pt x="7590536" y="737616"/>
                      <a:pt x="7590536" y="737616"/>
                    </a:cubicBezTo>
                    <a:lnTo>
                      <a:pt x="7590536" y="78346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28">
              <a:extLst>
                <a:ext uri="{FF2B5EF4-FFF2-40B4-BE49-F238E27FC236}">
                  <a16:creationId xmlns:a16="http://schemas.microsoft.com/office/drawing/2014/main" id="{57550E20-A803-211E-D46A-9320B832DF7B}"/>
                </a:ext>
              </a:extLst>
            </p:cNvPr>
            <p:cNvGrpSpPr/>
            <p:nvPr/>
          </p:nvGrpSpPr>
          <p:grpSpPr>
            <a:xfrm>
              <a:off x="4886547" y="2096424"/>
              <a:ext cx="669524" cy="604885"/>
              <a:chOff x="-2" y="0"/>
              <a:chExt cx="1132433" cy="10488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F2F46306-A77E-ED10-30C1-4819D774E0ED}"/>
                  </a:ext>
                </a:extLst>
              </p:cNvPr>
              <p:cNvSpPr/>
              <p:nvPr/>
            </p:nvSpPr>
            <p:spPr>
              <a:xfrm>
                <a:off x="-2" y="0"/>
                <a:ext cx="1132433" cy="1048808"/>
              </a:xfrm>
              <a:custGeom>
                <a:avLst/>
                <a:gdLst/>
                <a:ahLst/>
                <a:cxnLst/>
                <a:rect l="l" t="t" r="r" b="b"/>
                <a:pathLst>
                  <a:path w="1154430" h="1157732">
                    <a:moveTo>
                      <a:pt x="0" y="578866"/>
                    </a:moveTo>
                    <a:cubicBezTo>
                      <a:pt x="0" y="259207"/>
                      <a:pt x="258445" y="0"/>
                      <a:pt x="577215" y="0"/>
                    </a:cubicBezTo>
                    <a:cubicBezTo>
                      <a:pt x="895985" y="0"/>
                      <a:pt x="1154430" y="259207"/>
                      <a:pt x="1154430" y="578866"/>
                    </a:cubicBezTo>
                    <a:cubicBezTo>
                      <a:pt x="1154430" y="898525"/>
                      <a:pt x="895985" y="1157732"/>
                      <a:pt x="577215" y="1157732"/>
                    </a:cubicBezTo>
                    <a:cubicBezTo>
                      <a:pt x="258445" y="1157732"/>
                      <a:pt x="0" y="898525"/>
                      <a:pt x="0" y="57886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30">
              <a:extLst>
                <a:ext uri="{FF2B5EF4-FFF2-40B4-BE49-F238E27FC236}">
                  <a16:creationId xmlns:a16="http://schemas.microsoft.com/office/drawing/2014/main" id="{1AE7BB98-D67C-F197-B5F4-66B66166AA73}"/>
                </a:ext>
              </a:extLst>
            </p:cNvPr>
            <p:cNvGrpSpPr/>
            <p:nvPr/>
          </p:nvGrpSpPr>
          <p:grpSpPr>
            <a:xfrm>
              <a:off x="4886547" y="2975580"/>
              <a:ext cx="669524" cy="604885"/>
              <a:chOff x="-2" y="0"/>
              <a:chExt cx="1132433" cy="1048808"/>
            </a:xfrm>
          </p:grpSpPr>
          <p:sp>
            <p:nvSpPr>
              <p:cNvPr id="78" name="Freeform 31">
                <a:extLst>
                  <a:ext uri="{FF2B5EF4-FFF2-40B4-BE49-F238E27FC236}">
                    <a16:creationId xmlns:a16="http://schemas.microsoft.com/office/drawing/2014/main" id="{23C27E1D-B1BD-04DC-42CF-8F6EEB176D30}"/>
                  </a:ext>
                </a:extLst>
              </p:cNvPr>
              <p:cNvSpPr/>
              <p:nvPr/>
            </p:nvSpPr>
            <p:spPr>
              <a:xfrm>
                <a:off x="-2" y="0"/>
                <a:ext cx="1132433" cy="1048808"/>
              </a:xfrm>
              <a:custGeom>
                <a:avLst/>
                <a:gdLst/>
                <a:ahLst/>
                <a:cxnLst/>
                <a:rect l="l" t="t" r="r" b="b"/>
                <a:pathLst>
                  <a:path w="1154430" h="1157732">
                    <a:moveTo>
                      <a:pt x="0" y="578866"/>
                    </a:moveTo>
                    <a:cubicBezTo>
                      <a:pt x="0" y="259207"/>
                      <a:pt x="258445" y="0"/>
                      <a:pt x="577215" y="0"/>
                    </a:cubicBezTo>
                    <a:cubicBezTo>
                      <a:pt x="895985" y="0"/>
                      <a:pt x="1154430" y="259207"/>
                      <a:pt x="1154430" y="578866"/>
                    </a:cubicBezTo>
                    <a:cubicBezTo>
                      <a:pt x="1154430" y="898525"/>
                      <a:pt x="895985" y="1157732"/>
                      <a:pt x="577215" y="1157732"/>
                    </a:cubicBezTo>
                    <a:cubicBezTo>
                      <a:pt x="258445" y="1157732"/>
                      <a:pt x="0" y="898525"/>
                      <a:pt x="0" y="57886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32">
              <a:extLst>
                <a:ext uri="{FF2B5EF4-FFF2-40B4-BE49-F238E27FC236}">
                  <a16:creationId xmlns:a16="http://schemas.microsoft.com/office/drawing/2014/main" id="{5CEFECB7-D1FA-A2D6-8BD7-8A0E1FDC4E9F}"/>
                </a:ext>
              </a:extLst>
            </p:cNvPr>
            <p:cNvGrpSpPr/>
            <p:nvPr/>
          </p:nvGrpSpPr>
          <p:grpSpPr>
            <a:xfrm>
              <a:off x="4886547" y="3855658"/>
              <a:ext cx="669524" cy="604885"/>
              <a:chOff x="-2" y="0"/>
              <a:chExt cx="1132433" cy="1048808"/>
            </a:xfrm>
          </p:grpSpPr>
          <p:sp>
            <p:nvSpPr>
              <p:cNvPr id="77" name="Freeform 33">
                <a:extLst>
                  <a:ext uri="{FF2B5EF4-FFF2-40B4-BE49-F238E27FC236}">
                    <a16:creationId xmlns:a16="http://schemas.microsoft.com/office/drawing/2014/main" id="{F5D76D84-8F86-6C06-5342-7D2FF00E2E26}"/>
                  </a:ext>
                </a:extLst>
              </p:cNvPr>
              <p:cNvSpPr/>
              <p:nvPr/>
            </p:nvSpPr>
            <p:spPr>
              <a:xfrm>
                <a:off x="-2" y="0"/>
                <a:ext cx="1132433" cy="1048808"/>
              </a:xfrm>
              <a:custGeom>
                <a:avLst/>
                <a:gdLst/>
                <a:ahLst/>
                <a:cxnLst/>
                <a:rect l="l" t="t" r="r" b="b"/>
                <a:pathLst>
                  <a:path w="1154430" h="1157732">
                    <a:moveTo>
                      <a:pt x="0" y="578866"/>
                    </a:moveTo>
                    <a:cubicBezTo>
                      <a:pt x="0" y="259207"/>
                      <a:pt x="258445" y="0"/>
                      <a:pt x="577215" y="0"/>
                    </a:cubicBezTo>
                    <a:cubicBezTo>
                      <a:pt x="895985" y="0"/>
                      <a:pt x="1154430" y="259207"/>
                      <a:pt x="1154430" y="578866"/>
                    </a:cubicBezTo>
                    <a:cubicBezTo>
                      <a:pt x="1154430" y="898525"/>
                      <a:pt x="895985" y="1157732"/>
                      <a:pt x="577215" y="1157732"/>
                    </a:cubicBezTo>
                    <a:cubicBezTo>
                      <a:pt x="258445" y="1157732"/>
                      <a:pt x="0" y="898525"/>
                      <a:pt x="0" y="57886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40">
              <a:extLst>
                <a:ext uri="{FF2B5EF4-FFF2-40B4-BE49-F238E27FC236}">
                  <a16:creationId xmlns:a16="http://schemas.microsoft.com/office/drawing/2014/main" id="{2E6E441E-84FE-7D36-F85E-46F5AA2934A9}"/>
                </a:ext>
              </a:extLst>
            </p:cNvPr>
            <p:cNvSpPr txBox="1"/>
            <p:nvPr/>
          </p:nvSpPr>
          <p:spPr>
            <a:xfrm>
              <a:off x="4840930" y="2239577"/>
              <a:ext cx="773797" cy="279946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Futura"/>
                  <a:cs typeface="Arial" panose="020B0604020202020204" pitchFamily="34" charset="0"/>
                  <a:sym typeface="Futura"/>
                </a:rPr>
                <a:t>01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1CC081BB-8072-B4B8-0845-C312760044A0}"/>
                </a:ext>
              </a:extLst>
            </p:cNvPr>
            <p:cNvSpPr txBox="1"/>
            <p:nvPr/>
          </p:nvSpPr>
          <p:spPr>
            <a:xfrm>
              <a:off x="5801449" y="2259896"/>
              <a:ext cx="5556248" cy="279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just" defTabSz="8572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9644"/>
                  </a:solidFill>
                  <a:effectLst/>
                  <a:uLnTx/>
                  <a:uFillTx/>
                  <a:latin typeface="Arial" panose="020B0604020202020204" pitchFamily="34" charset="0"/>
                  <a:ea typeface="Public Sans"/>
                  <a:cs typeface="Arial" panose="020B0604020202020204" pitchFamily="34" charset="0"/>
                  <a:sym typeface="Public Sans"/>
                </a:rPr>
                <a:t>VAI TRÒ CỦA CÔNG NGHỆ MỎ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6B65EE7E-9C90-B6DB-7262-9428330CE47D}"/>
                </a:ext>
              </a:extLst>
            </p:cNvPr>
            <p:cNvSpPr txBox="1"/>
            <p:nvPr/>
          </p:nvSpPr>
          <p:spPr>
            <a:xfrm>
              <a:off x="4840930" y="3118735"/>
              <a:ext cx="773797" cy="279946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Futura"/>
                  <a:cs typeface="Arial" panose="020B0604020202020204" pitchFamily="34" charset="0"/>
                  <a:sym typeface="Futura"/>
                </a:rPr>
                <a:t>02</a:t>
              </a:r>
            </a:p>
          </p:txBody>
        </p:sp>
        <p:sp>
          <p:nvSpPr>
            <p:cNvPr id="75" name="TextBox 43">
              <a:extLst>
                <a:ext uri="{FF2B5EF4-FFF2-40B4-BE49-F238E27FC236}">
                  <a16:creationId xmlns:a16="http://schemas.microsoft.com/office/drawing/2014/main" id="{2E4859E9-F7D9-F7D8-F4AB-2165064EF6FB}"/>
                </a:ext>
              </a:extLst>
            </p:cNvPr>
            <p:cNvSpPr txBox="1"/>
            <p:nvPr/>
          </p:nvSpPr>
          <p:spPr>
            <a:xfrm>
              <a:off x="5858006" y="3196788"/>
              <a:ext cx="5618095" cy="279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defTabSz="857250">
                <a:defRPr sz="2200" b="1">
                  <a:solidFill>
                    <a:srgbClr val="009644"/>
                  </a:solidFill>
                  <a:latin typeface="Arial" panose="020B0604020202020204" pitchFamily="34" charset="0"/>
                  <a:ea typeface="Public Sans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8572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964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Public Sans"/>
                </a:rPr>
                <a:t>MỤC TIÊU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3CB5C4FE-B9EB-0F74-AFB1-95E074E57B63}"/>
                </a:ext>
              </a:extLst>
            </p:cNvPr>
            <p:cNvSpPr txBox="1"/>
            <p:nvPr/>
          </p:nvSpPr>
          <p:spPr>
            <a:xfrm>
              <a:off x="4840930" y="3998814"/>
              <a:ext cx="773797" cy="279946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Futura"/>
                  <a:cs typeface="Arial" panose="020B0604020202020204" pitchFamily="34" charset="0"/>
                  <a:sym typeface="Futura"/>
                </a:rPr>
                <a:t>03</a:t>
              </a:r>
            </a:p>
          </p:txBody>
        </p:sp>
      </p:grpSp>
      <p:sp>
        <p:nvSpPr>
          <p:cNvPr id="91" name="TextBox 43">
            <a:extLst>
              <a:ext uri="{FF2B5EF4-FFF2-40B4-BE49-F238E27FC236}">
                <a16:creationId xmlns:a16="http://schemas.microsoft.com/office/drawing/2014/main" id="{7EED1F76-9452-8B72-9A2C-3CCED312508D}"/>
              </a:ext>
            </a:extLst>
          </p:cNvPr>
          <p:cNvSpPr txBox="1"/>
          <p:nvPr/>
        </p:nvSpPr>
        <p:spPr>
          <a:xfrm>
            <a:off x="5531617" y="4615949"/>
            <a:ext cx="6047970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defTabSz="857250">
              <a:defRPr sz="2200" b="1">
                <a:solidFill>
                  <a:srgbClr val="009644"/>
                </a:solidFill>
                <a:latin typeface="Arial" panose="020B0604020202020204" pitchFamily="34" charset="0"/>
                <a:ea typeface="Public Sans"/>
                <a:cs typeface="Arial" panose="020B0604020202020204" pitchFamily="34" charset="0"/>
              </a:defRPr>
            </a:lvl1pPr>
          </a:lstStyle>
          <a:p>
            <a:pPr marL="0" marR="0" lvl="0" indent="0" algn="l" defTabSz="8572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ym typeface="Public Sans"/>
              </a:rPr>
              <a:t>KẾ HOẠCH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8432-CA91-504F-5B34-75CD5724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ue background with a tower&#10;&#10;Description automatically generated">
            <a:extLst>
              <a:ext uri="{FF2B5EF4-FFF2-40B4-BE49-F238E27FC236}">
                <a16:creationId xmlns:a16="http://schemas.microsoft.com/office/drawing/2014/main" id="{8AA62760-C1A0-05E3-0DDE-EFD4420AD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"/>
          <a:stretch/>
        </p:blipFill>
        <p:spPr>
          <a:xfrm>
            <a:off x="3614" y="0"/>
            <a:ext cx="1220685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1F07F7-6369-36E9-1127-F8A93375FB19}"/>
              </a:ext>
            </a:extLst>
          </p:cNvPr>
          <p:cNvSpPr txBox="1"/>
          <p:nvPr/>
        </p:nvSpPr>
        <p:spPr>
          <a:xfrm>
            <a:off x="0" y="1502995"/>
            <a:ext cx="1223754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342908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300" normalizeH="0" baseline="0" noProof="0">
                <a:ln>
                  <a:noFill/>
                </a:ln>
                <a:solidFill>
                  <a:srgbClr val="93FF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PHẦN 01</a:t>
            </a:r>
          </a:p>
          <a:p>
            <a:pPr lvl="0" algn="ctr"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400" b="1" spc="300">
                <a:solidFill>
                  <a:srgbClr val="E1FF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VAI TRÒ CỦA CÔNG NGHỆ MỎ</a:t>
            </a:r>
            <a:endParaRPr lang="vi-VN" sz="4400" b="1" spc="300">
              <a:solidFill>
                <a:srgbClr val="E1FF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</p:txBody>
      </p:sp>
      <p:pic>
        <p:nvPicPr>
          <p:cNvPr id="3" name="Picture 2" descr="A green and blue logo&#10;&#10;Description automatically generated">
            <a:extLst>
              <a:ext uri="{FF2B5EF4-FFF2-40B4-BE49-F238E27FC236}">
                <a16:creationId xmlns:a16="http://schemas.microsoft.com/office/drawing/2014/main" id="{B65C5259-13B2-C00A-A88B-E2ADC744B2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4" y="55880"/>
            <a:ext cx="1014366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1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D5330AB5-EA89-7C4B-4E68-0F515452AE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731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330AB5-EA89-7C4B-4E68-0F515452AE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284DF5-AD78-8EA3-71ED-1C46F35F900B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9026DC-C20F-3847-7628-58D197B8A337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DẦU KHÍ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740F56-920E-4358-D5C4-5B6AE02D7DEF}"/>
              </a:ext>
            </a:extLst>
          </p:cNvPr>
          <p:cNvGrpSpPr/>
          <p:nvPr/>
        </p:nvGrpSpPr>
        <p:grpSpPr>
          <a:xfrm>
            <a:off x="2497220" y="218592"/>
            <a:ext cx="6877050" cy="6572250"/>
            <a:chOff x="2497220" y="218592"/>
            <a:chExt cx="6877050" cy="6572250"/>
          </a:xfrm>
        </p:grpSpPr>
        <p:pic>
          <p:nvPicPr>
            <p:cNvPr id="1026" name="Picture 2" descr="Các Giai Đoạn Của Ngành Công Nghiệp Dầu Khí -Upstream, Midstream, Downstream">
              <a:extLst>
                <a:ext uri="{FF2B5EF4-FFF2-40B4-BE49-F238E27FC236}">
                  <a16:creationId xmlns:a16="http://schemas.microsoft.com/office/drawing/2014/main" id="{A49E94FA-5BC8-4C48-061F-4057E8B6F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7220" y="218592"/>
              <a:ext cx="6877050" cy="6572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ECF2DB-4F29-09BB-A45A-70CE3F26AF4D}"/>
                </a:ext>
              </a:extLst>
            </p:cNvPr>
            <p:cNvSpPr txBox="1"/>
            <p:nvPr/>
          </p:nvSpPr>
          <p:spPr>
            <a:xfrm>
              <a:off x="2582061" y="285750"/>
              <a:ext cx="2310447" cy="64826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974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A0C9-4C98-46DA-8DC1-2FF805A7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672F30BF-1D46-6F58-6338-C846C67C6D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2F30BF-1D46-6F58-6338-C846C67C6D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03F49-4777-7415-393B-AF5E63B58E8C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306AA2-C886-AEB8-9CEA-5DFBA32E2E71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VAI</a:t>
            </a:r>
            <a:r>
              <a:rPr lang="en-US" sz="3200" spc="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YaHei" charset="-122"/>
                <a:cs typeface="Times New Roman" panose="02020603050405020304" pitchFamily="18" charset="0"/>
              </a:rPr>
              <a:t> </a:t>
            </a: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TRÒ CỦA CÔNG NGHỆ MỎ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6B3965D-04DB-1BF0-CEE5-B0D8AEE5E9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010282"/>
              </p:ext>
            </p:extLst>
          </p:nvPr>
        </p:nvGraphicFramePr>
        <p:xfrm>
          <a:off x="498063" y="58217"/>
          <a:ext cx="11457756" cy="7278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98C0045-DAE4-942F-AC75-347395995DAD}"/>
              </a:ext>
            </a:extLst>
          </p:cNvPr>
          <p:cNvSpPr txBox="1"/>
          <p:nvPr/>
        </p:nvSpPr>
        <p:spPr>
          <a:xfrm>
            <a:off x="443114" y="3112664"/>
            <a:ext cx="1587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Screening: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C1E42-CB7A-69B0-5D78-0984F579E497}"/>
              </a:ext>
            </a:extLst>
          </p:cNvPr>
          <p:cNvSpPr txBox="1"/>
          <p:nvPr/>
        </p:nvSpPr>
        <p:spPr>
          <a:xfrm>
            <a:off x="3777262" y="2237547"/>
            <a:ext cx="150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Appraisal – Giai </a:t>
            </a:r>
            <a:r>
              <a:rPr lang="en-US" sz="1600" err="1"/>
              <a:t>đoạn</a:t>
            </a:r>
            <a:r>
              <a:rPr lang="en-US" sz="1600"/>
              <a:t> </a:t>
            </a:r>
            <a:r>
              <a:rPr lang="en-US" sz="1600" err="1"/>
              <a:t>Thẩm</a:t>
            </a:r>
            <a:r>
              <a:rPr lang="en-US" sz="1600"/>
              <a:t> </a:t>
            </a:r>
            <a:r>
              <a:rPr lang="en-US" sz="1600" err="1"/>
              <a:t>lượng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CE046-F996-F97B-A5D9-92C2E0E6DC25}"/>
              </a:ext>
            </a:extLst>
          </p:cNvPr>
          <p:cNvSpPr txBox="1"/>
          <p:nvPr/>
        </p:nvSpPr>
        <p:spPr>
          <a:xfrm>
            <a:off x="2149470" y="2598003"/>
            <a:ext cx="150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Exploration – Giai </a:t>
            </a:r>
            <a:r>
              <a:rPr lang="en-US" sz="1600" err="1"/>
              <a:t>đoạn</a:t>
            </a:r>
            <a:r>
              <a:rPr lang="en-US" sz="1600"/>
              <a:t> </a:t>
            </a:r>
            <a:r>
              <a:rPr lang="en-US" sz="1600" err="1"/>
              <a:t>thăm</a:t>
            </a:r>
            <a:r>
              <a:rPr lang="en-US" sz="1600"/>
              <a:t> </a:t>
            </a:r>
            <a:r>
              <a:rPr lang="en-US" sz="1600" err="1"/>
              <a:t>dò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44A63-F44A-B729-9201-A938418805FE}"/>
              </a:ext>
            </a:extLst>
          </p:cNvPr>
          <p:cNvSpPr txBox="1"/>
          <p:nvPr/>
        </p:nvSpPr>
        <p:spPr>
          <a:xfrm>
            <a:off x="5395638" y="1774536"/>
            <a:ext cx="1662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ODP/FDP – </a:t>
            </a:r>
            <a:r>
              <a:rPr lang="en-US" sz="1600" err="1"/>
              <a:t>Lập</a:t>
            </a:r>
            <a:r>
              <a:rPr lang="en-US" sz="1600"/>
              <a:t> </a:t>
            </a:r>
            <a:r>
              <a:rPr lang="en-US" sz="1600" err="1"/>
              <a:t>phương</a:t>
            </a:r>
            <a:r>
              <a:rPr lang="en-US" sz="1600"/>
              <a:t> </a:t>
            </a:r>
            <a:r>
              <a:rPr lang="en-US" sz="1600" err="1"/>
              <a:t>án</a:t>
            </a:r>
            <a:r>
              <a:rPr lang="en-US" sz="1600"/>
              <a:t> </a:t>
            </a:r>
            <a:r>
              <a:rPr lang="en-US" sz="1600" err="1"/>
              <a:t>phát</a:t>
            </a:r>
            <a:r>
              <a:rPr lang="en-US" sz="1600"/>
              <a:t> </a:t>
            </a:r>
            <a:r>
              <a:rPr lang="en-US" sz="1600" err="1"/>
              <a:t>triển</a:t>
            </a:r>
            <a:r>
              <a:rPr lang="en-US" sz="1600"/>
              <a:t> </a:t>
            </a:r>
            <a:r>
              <a:rPr lang="en-US" sz="1600" err="1"/>
              <a:t>mỏ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B4559-926F-E322-E4E1-E2AD2B1E61AC}"/>
              </a:ext>
            </a:extLst>
          </p:cNvPr>
          <p:cNvSpPr txBox="1"/>
          <p:nvPr/>
        </p:nvSpPr>
        <p:spPr>
          <a:xfrm>
            <a:off x="7058244" y="1392790"/>
            <a:ext cx="1662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EPCI – Thi </a:t>
            </a:r>
            <a:r>
              <a:rPr lang="en-US" sz="1600" err="1"/>
              <a:t>công</a:t>
            </a:r>
            <a:r>
              <a:rPr lang="en-US" sz="1600"/>
              <a:t> &amp; </a:t>
            </a:r>
            <a:r>
              <a:rPr lang="en-US" sz="1600" err="1"/>
              <a:t>khoan</a:t>
            </a:r>
            <a:r>
              <a:rPr lang="en-US" sz="1600"/>
              <a:t> </a:t>
            </a:r>
            <a:r>
              <a:rPr lang="en-US" sz="1600" err="1"/>
              <a:t>giếng</a:t>
            </a:r>
            <a:r>
              <a:rPr lang="en-US" sz="1600"/>
              <a:t> </a:t>
            </a:r>
            <a:r>
              <a:rPr lang="en-US" sz="1600" err="1"/>
              <a:t>khai</a:t>
            </a:r>
            <a:r>
              <a:rPr lang="en-US" sz="1600"/>
              <a:t> </a:t>
            </a:r>
            <a:r>
              <a:rPr lang="en-US" sz="1600" err="1"/>
              <a:t>thác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82EF9-EB44-DF0A-8176-99A836793E1E}"/>
              </a:ext>
            </a:extLst>
          </p:cNvPr>
          <p:cNvSpPr txBox="1"/>
          <p:nvPr/>
        </p:nvSpPr>
        <p:spPr>
          <a:xfrm>
            <a:off x="8756374" y="1175659"/>
            <a:ext cx="166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Production – </a:t>
            </a:r>
            <a:r>
              <a:rPr lang="en-US" sz="1600" err="1"/>
              <a:t>Vận</a:t>
            </a:r>
            <a:r>
              <a:rPr lang="en-US" sz="1600"/>
              <a:t> </a:t>
            </a:r>
            <a:r>
              <a:rPr lang="en-US" sz="1600" err="1"/>
              <a:t>hành</a:t>
            </a:r>
            <a:r>
              <a:rPr lang="en-US" sz="1600"/>
              <a:t> </a:t>
            </a:r>
            <a:r>
              <a:rPr lang="en-US" sz="1600" err="1"/>
              <a:t>khai</a:t>
            </a:r>
            <a:r>
              <a:rPr lang="en-US" sz="1600"/>
              <a:t> </a:t>
            </a:r>
            <a:r>
              <a:rPr lang="en-US" sz="1600" err="1"/>
              <a:t>thác</a:t>
            </a:r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6CF9F-2F3A-9D3A-B6FB-1F09ED6181BD}"/>
              </a:ext>
            </a:extLst>
          </p:cNvPr>
          <p:cNvSpPr txBox="1"/>
          <p:nvPr/>
        </p:nvSpPr>
        <p:spPr>
          <a:xfrm>
            <a:off x="10454504" y="883271"/>
            <a:ext cx="1967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Decommissioning – Thu </a:t>
            </a:r>
            <a:r>
              <a:rPr lang="en-US" sz="1600" err="1"/>
              <a:t>dọn</a:t>
            </a:r>
            <a:r>
              <a:rPr lang="en-US" sz="1600"/>
              <a:t> </a:t>
            </a:r>
            <a:r>
              <a:rPr lang="en-US" sz="1600" err="1"/>
              <a:t>mỏ</a:t>
            </a:r>
            <a:endParaRPr lang="en-US" sz="1600"/>
          </a:p>
        </p:txBody>
      </p:sp>
      <p:pic>
        <p:nvPicPr>
          <p:cNvPr id="2050" name="Picture 2" descr="The Ease of Static and Dynamic Reservoir Data Integration in Reservoir  Modeling">
            <a:extLst>
              <a:ext uri="{FF2B5EF4-FFF2-40B4-BE49-F238E27FC236}">
                <a16:creationId xmlns:a16="http://schemas.microsoft.com/office/drawing/2014/main" id="{2050F134-4241-BAEC-3EE9-8E92F8022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63" y="988563"/>
            <a:ext cx="2339404" cy="131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Improve Team Collaboration | ezTalks: Business Software Reviews &amp;  How-To">
            <a:extLst>
              <a:ext uri="{FF2B5EF4-FFF2-40B4-BE49-F238E27FC236}">
                <a16:creationId xmlns:a16="http://schemas.microsoft.com/office/drawing/2014/main" id="{0F815E48-33E8-2CB8-6ECB-60849969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468" y="4485896"/>
            <a:ext cx="3672426" cy="195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96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C5AC-2D15-6999-62D4-59CAF961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5DCC89EC-54FA-7CC6-698D-F83C3E372C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C89EC-54FA-7CC6-698D-F83C3E372C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CBD4B-2112-90D7-287A-ED4A7D7C9198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34A0EA-7542-81D5-1560-FEA6FD228825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VAI</a:t>
            </a:r>
            <a:r>
              <a:rPr lang="en-US" sz="3200" spc="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YaHei" charset="-122"/>
                <a:cs typeface="Times New Roman" panose="02020603050405020304" pitchFamily="18" charset="0"/>
              </a:rPr>
              <a:t> </a:t>
            </a: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TRÒ CỦA CÔNG NGHỆ MỎ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F63A14D-B922-76CF-909A-81DD3EEFF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127937"/>
              </p:ext>
            </p:extLst>
          </p:nvPr>
        </p:nvGraphicFramePr>
        <p:xfrm>
          <a:off x="498063" y="58217"/>
          <a:ext cx="11457756" cy="7278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B8BC39A-E2CA-B005-3B82-971B9F44CFC8}"/>
              </a:ext>
            </a:extLst>
          </p:cNvPr>
          <p:cNvSpPr txBox="1"/>
          <p:nvPr/>
        </p:nvSpPr>
        <p:spPr>
          <a:xfrm>
            <a:off x="443114" y="3112664"/>
            <a:ext cx="1587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Screening: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A993F-F48E-87F2-2937-A008DAF65D19}"/>
              </a:ext>
            </a:extLst>
          </p:cNvPr>
          <p:cNvSpPr txBox="1"/>
          <p:nvPr/>
        </p:nvSpPr>
        <p:spPr>
          <a:xfrm>
            <a:off x="3777262" y="2237547"/>
            <a:ext cx="150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Appraisal – Giai </a:t>
            </a:r>
            <a:r>
              <a:rPr lang="en-US" sz="1600" err="1"/>
              <a:t>đoạn</a:t>
            </a:r>
            <a:r>
              <a:rPr lang="en-US" sz="1600"/>
              <a:t> </a:t>
            </a:r>
            <a:r>
              <a:rPr lang="en-US" sz="1600" err="1"/>
              <a:t>Thẩm</a:t>
            </a:r>
            <a:r>
              <a:rPr lang="en-US" sz="1600"/>
              <a:t> </a:t>
            </a:r>
            <a:r>
              <a:rPr lang="en-US" sz="1600" err="1"/>
              <a:t>lượng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25EE0-DD9E-0B72-4D06-A813612F722C}"/>
              </a:ext>
            </a:extLst>
          </p:cNvPr>
          <p:cNvSpPr txBox="1"/>
          <p:nvPr/>
        </p:nvSpPr>
        <p:spPr>
          <a:xfrm>
            <a:off x="2149470" y="2598003"/>
            <a:ext cx="150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Exploration – Giai </a:t>
            </a:r>
            <a:r>
              <a:rPr lang="en-US" sz="1600" err="1"/>
              <a:t>đoạn</a:t>
            </a:r>
            <a:r>
              <a:rPr lang="en-US" sz="1600"/>
              <a:t> </a:t>
            </a:r>
            <a:r>
              <a:rPr lang="en-US" sz="1600" err="1"/>
              <a:t>thăm</a:t>
            </a:r>
            <a:r>
              <a:rPr lang="en-US" sz="1600"/>
              <a:t> </a:t>
            </a:r>
            <a:r>
              <a:rPr lang="en-US" sz="1600" err="1"/>
              <a:t>dò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FE0FF-2E7A-599D-58DD-6071DC433E13}"/>
              </a:ext>
            </a:extLst>
          </p:cNvPr>
          <p:cNvSpPr txBox="1"/>
          <p:nvPr/>
        </p:nvSpPr>
        <p:spPr>
          <a:xfrm>
            <a:off x="5395638" y="1774536"/>
            <a:ext cx="1662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ODP/FDP – </a:t>
            </a:r>
            <a:r>
              <a:rPr lang="en-US" sz="1600" err="1"/>
              <a:t>Lập</a:t>
            </a:r>
            <a:r>
              <a:rPr lang="en-US" sz="1600"/>
              <a:t> </a:t>
            </a:r>
            <a:r>
              <a:rPr lang="en-US" sz="1600" err="1"/>
              <a:t>phương</a:t>
            </a:r>
            <a:r>
              <a:rPr lang="en-US" sz="1600"/>
              <a:t> </a:t>
            </a:r>
            <a:r>
              <a:rPr lang="en-US" sz="1600" err="1"/>
              <a:t>án</a:t>
            </a:r>
            <a:r>
              <a:rPr lang="en-US" sz="1600"/>
              <a:t> </a:t>
            </a:r>
            <a:r>
              <a:rPr lang="en-US" sz="1600" err="1"/>
              <a:t>phát</a:t>
            </a:r>
            <a:r>
              <a:rPr lang="en-US" sz="1600"/>
              <a:t> </a:t>
            </a:r>
            <a:r>
              <a:rPr lang="en-US" sz="1600" err="1"/>
              <a:t>triển</a:t>
            </a:r>
            <a:r>
              <a:rPr lang="en-US" sz="1600"/>
              <a:t> </a:t>
            </a:r>
            <a:r>
              <a:rPr lang="en-US" sz="1600" err="1"/>
              <a:t>mỏ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11D40-A039-9BEE-5682-DB13B9941551}"/>
              </a:ext>
            </a:extLst>
          </p:cNvPr>
          <p:cNvSpPr txBox="1"/>
          <p:nvPr/>
        </p:nvSpPr>
        <p:spPr>
          <a:xfrm>
            <a:off x="7058244" y="1392790"/>
            <a:ext cx="1662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EPCI – Thi </a:t>
            </a:r>
            <a:r>
              <a:rPr lang="en-US" sz="1600" err="1"/>
              <a:t>công</a:t>
            </a:r>
            <a:r>
              <a:rPr lang="en-US" sz="1600"/>
              <a:t> &amp; </a:t>
            </a:r>
            <a:r>
              <a:rPr lang="en-US" sz="1600" err="1"/>
              <a:t>khoan</a:t>
            </a:r>
            <a:r>
              <a:rPr lang="en-US" sz="1600"/>
              <a:t> </a:t>
            </a:r>
            <a:r>
              <a:rPr lang="en-US" sz="1600" err="1"/>
              <a:t>giếng</a:t>
            </a:r>
            <a:r>
              <a:rPr lang="en-US" sz="1600"/>
              <a:t> </a:t>
            </a:r>
            <a:r>
              <a:rPr lang="en-US" sz="1600" err="1"/>
              <a:t>khai</a:t>
            </a:r>
            <a:r>
              <a:rPr lang="en-US" sz="1600"/>
              <a:t> </a:t>
            </a:r>
            <a:r>
              <a:rPr lang="en-US" sz="1600" err="1"/>
              <a:t>thác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D1C58-AFBC-5E15-E40B-C8E94A514C60}"/>
              </a:ext>
            </a:extLst>
          </p:cNvPr>
          <p:cNvSpPr txBox="1"/>
          <p:nvPr/>
        </p:nvSpPr>
        <p:spPr>
          <a:xfrm>
            <a:off x="8756374" y="1175659"/>
            <a:ext cx="166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Production – </a:t>
            </a:r>
            <a:r>
              <a:rPr lang="en-US" sz="1600" err="1"/>
              <a:t>Vận</a:t>
            </a:r>
            <a:r>
              <a:rPr lang="en-US" sz="1600"/>
              <a:t> </a:t>
            </a:r>
            <a:r>
              <a:rPr lang="en-US" sz="1600" err="1"/>
              <a:t>hành</a:t>
            </a:r>
            <a:r>
              <a:rPr lang="en-US" sz="1600"/>
              <a:t> </a:t>
            </a:r>
            <a:r>
              <a:rPr lang="en-US" sz="1600" err="1"/>
              <a:t>khai</a:t>
            </a:r>
            <a:r>
              <a:rPr lang="en-US" sz="1600"/>
              <a:t> </a:t>
            </a:r>
            <a:r>
              <a:rPr lang="en-US" sz="1600" err="1"/>
              <a:t>thác</a:t>
            </a:r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B070B-99D1-474F-82A7-E6D6483306E3}"/>
              </a:ext>
            </a:extLst>
          </p:cNvPr>
          <p:cNvSpPr txBox="1"/>
          <p:nvPr/>
        </p:nvSpPr>
        <p:spPr>
          <a:xfrm>
            <a:off x="10454504" y="883271"/>
            <a:ext cx="1967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600"/>
              <a:t>Decommissioning – Thu </a:t>
            </a:r>
            <a:r>
              <a:rPr lang="en-US" sz="1600" err="1"/>
              <a:t>dọn</a:t>
            </a:r>
            <a:r>
              <a:rPr lang="en-US" sz="1600"/>
              <a:t> </a:t>
            </a:r>
            <a:r>
              <a:rPr lang="en-US" sz="1600" err="1"/>
              <a:t>mỏ</a:t>
            </a:r>
            <a:endParaRPr lang="en-US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A9AAE-A6DA-D2B2-75A9-D9F1AEBDCBD1}"/>
              </a:ext>
            </a:extLst>
          </p:cNvPr>
          <p:cNvSpPr txBox="1"/>
          <p:nvPr/>
        </p:nvSpPr>
        <p:spPr>
          <a:xfrm>
            <a:off x="2268270" y="5199345"/>
            <a:ext cx="15089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CNM </a:t>
            </a:r>
            <a:r>
              <a:rPr lang="en-US" err="1"/>
              <a:t>xác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khả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khai</a:t>
            </a:r>
            <a:r>
              <a:rPr lang="en-US"/>
              <a:t> </a:t>
            </a:r>
            <a:r>
              <a:rPr lang="en-US" err="1"/>
              <a:t>thác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tế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9B9E4-469A-1368-EC3C-7A911A22CFAC}"/>
              </a:ext>
            </a:extLst>
          </p:cNvPr>
          <p:cNvSpPr txBox="1"/>
          <p:nvPr/>
        </p:nvSpPr>
        <p:spPr>
          <a:xfrm>
            <a:off x="498062" y="5236065"/>
            <a:ext cx="16514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vi-VN" sz="1400" b="1" i="1"/>
              <a:t>Ước tính sơ bộ xem dưới lòng đất có khoảng bao nhiêu dầu/khí</a:t>
            </a:r>
            <a:r>
              <a:rPr lang="en-US" sz="1400" b="1" i="1"/>
              <a:t>; </a:t>
            </a:r>
            <a:r>
              <a:rPr lang="en-US" sz="1400" b="1" i="1" err="1"/>
              <a:t>Trữ</a:t>
            </a:r>
            <a:r>
              <a:rPr lang="en-US" sz="1400" b="1" i="1"/>
              <a:t> </a:t>
            </a:r>
            <a:r>
              <a:rPr lang="en-US" sz="1400" b="1" i="1" err="1"/>
              <a:t>lượng</a:t>
            </a:r>
            <a:r>
              <a:rPr lang="en-US" sz="1400" b="1" i="1"/>
              <a:t> </a:t>
            </a:r>
            <a:r>
              <a:rPr lang="en-US" sz="1400" b="1" i="1" err="1"/>
              <a:t>khai</a:t>
            </a:r>
            <a:r>
              <a:rPr lang="en-US" sz="1400" b="1" i="1"/>
              <a:t> </a:t>
            </a:r>
            <a:r>
              <a:rPr lang="en-US" sz="1400" b="1" i="1" err="1"/>
              <a:t>thác</a:t>
            </a:r>
            <a:endParaRPr lang="en-US" sz="1400" b="1" i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876F8-32EF-467C-F50E-FFB9D1E9608F}"/>
              </a:ext>
            </a:extLst>
          </p:cNvPr>
          <p:cNvSpPr txBox="1"/>
          <p:nvPr/>
        </p:nvSpPr>
        <p:spPr>
          <a:xfrm>
            <a:off x="3886646" y="5199345"/>
            <a:ext cx="1508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CNM chứng minh mỏ có thể khai thác thương mại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1FF83-00EB-3D54-89C7-38326AB6F6CE}"/>
              </a:ext>
            </a:extLst>
          </p:cNvPr>
          <p:cNvSpPr txBox="1"/>
          <p:nvPr/>
        </p:nvSpPr>
        <p:spPr>
          <a:xfrm>
            <a:off x="5505022" y="5199345"/>
            <a:ext cx="16626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CNM</a:t>
            </a:r>
            <a:r>
              <a:rPr lang="en-US"/>
              <a:t> - </a:t>
            </a:r>
            <a:r>
              <a:rPr lang="en-US" err="1"/>
              <a:t>kiến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sư</a:t>
            </a:r>
            <a:r>
              <a:rPr lang="en-US"/>
              <a:t> </a:t>
            </a:r>
            <a:r>
              <a:rPr lang="en-US" err="1"/>
              <a:t>trưởng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phương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 </a:t>
            </a:r>
            <a:r>
              <a:rPr lang="en-US" err="1"/>
              <a:t>khai</a:t>
            </a:r>
            <a:r>
              <a:rPr lang="en-US"/>
              <a:t> </a:t>
            </a:r>
            <a:r>
              <a:rPr lang="en-US" err="1"/>
              <a:t>thác</a:t>
            </a:r>
            <a:r>
              <a:rPr lang="en-US"/>
              <a:t>,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bộ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mỏ</a:t>
            </a:r>
            <a:r>
              <a:rPr lang="en-US"/>
              <a:t> </a:t>
            </a:r>
            <a:r>
              <a:rPr lang="en-US" err="1"/>
              <a:t>vận</a:t>
            </a:r>
            <a:r>
              <a:rPr lang="en-US"/>
              <a:t> </a:t>
            </a:r>
            <a:r>
              <a:rPr lang="en-US" err="1"/>
              <a:t>hành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lai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A24967-6D35-C5FF-6621-F6E1D84D15EF}"/>
              </a:ext>
            </a:extLst>
          </p:cNvPr>
          <p:cNvSpPr txBox="1"/>
          <p:nvPr/>
        </p:nvSpPr>
        <p:spPr>
          <a:xfrm>
            <a:off x="9150760" y="5236065"/>
            <a:ext cx="16626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CNM đảm bảo sản lượng ổn định, tối ưu, chi phí thấp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B7ECC-1F1B-F618-0B1B-076F681F8AF3}"/>
              </a:ext>
            </a:extLst>
          </p:cNvPr>
          <p:cNvSpPr txBox="1"/>
          <p:nvPr/>
        </p:nvSpPr>
        <p:spPr>
          <a:xfrm>
            <a:off x="7488154" y="5199345"/>
            <a:ext cx="16626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CNM đảm bảo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vi-VN"/>
              <a:t> được hoàn thiện đúng </a:t>
            </a:r>
            <a:r>
              <a:rPr lang="en-US" err="1"/>
              <a:t>theo</a:t>
            </a:r>
            <a:r>
              <a:rPr lang="en-US"/>
              <a:t> FDP</a:t>
            </a:r>
            <a:r>
              <a:rPr lang="vi-VN"/>
              <a:t> để khai thác tốt nhất.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080771-2D81-D38A-F3A5-66515BE51F6E}"/>
              </a:ext>
            </a:extLst>
          </p:cNvPr>
          <p:cNvSpPr txBox="1"/>
          <p:nvPr/>
        </p:nvSpPr>
        <p:spPr>
          <a:xfrm>
            <a:off x="10758444" y="5236065"/>
            <a:ext cx="1517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defRPr sz="14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/>
              <a:t>CNM đảm bảo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giếng</a:t>
            </a:r>
            <a:r>
              <a:rPr lang="en-US"/>
              <a:t> an </a:t>
            </a:r>
            <a:r>
              <a:rPr lang="en-US" err="1"/>
              <a:t>toàn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7301-1DAF-4B57-3626-658D939B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79CB667-A8CE-C5C8-1716-A5E738B4C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763667"/>
              </p:ext>
            </p:extLst>
          </p:nvPr>
        </p:nvGraphicFramePr>
        <p:xfrm>
          <a:off x="106838" y="3965283"/>
          <a:ext cx="905322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6671">
                  <a:extLst>
                    <a:ext uri="{9D8B030D-6E8A-4147-A177-3AD203B41FA5}">
                      <a16:colId xmlns:a16="http://schemas.microsoft.com/office/drawing/2014/main" val="4001727100"/>
                    </a:ext>
                  </a:extLst>
                </a:gridCol>
                <a:gridCol w="4606551">
                  <a:extLst>
                    <a:ext uri="{9D8B030D-6E8A-4147-A177-3AD203B41FA5}">
                      <a16:colId xmlns:a16="http://schemas.microsoft.com/office/drawing/2014/main" val="1721910703"/>
                    </a:ext>
                  </a:extLst>
                </a:gridCol>
              </a:tblGrid>
              <a:tr h="2247615">
                <a:tc>
                  <a:txBody>
                    <a:bodyPr/>
                    <a:lstStyle/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Hiểu mỏ – như bác sĩ hiểu bệnh nhân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Nắm động thái mỏ: áp suất, lưu lượng, nước, GOR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 biết sớm bất thường</a:t>
                      </a:r>
                    </a:p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Hiểu mô hình – không chỉ chạy mô hình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Hiểu logic mô hình tĩnh/động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Đánh giá kết quả mô hình có đáng tin hay không</a:t>
                      </a:r>
                    </a:p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Làm chủ dữ liệu mỏ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 thập &amp; QC dữ liệu DST, PVT, production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Đọc dữ liệu để “nghe mỏ nói gì”</a:t>
                      </a:r>
                    </a:p>
                    <a:p>
                      <a:endParaRPr lang="en-US" sz="16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Tham gia thiết kế &amp; hoàn thiện giếng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Hiểu IPR–VLP, completion, chế độ khai thác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 dõi thử vỉa &amp; đánh giá giếng mới</a:t>
                      </a:r>
                    </a:p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Tối ưu khai thác &amp; đề xuất giải pháp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Phân tích động thái giếng/mỏ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 xuất chế độ khai thác &amp; can thiệp giếng</a:t>
                      </a:r>
                    </a:p>
                    <a:p>
                      <a:r>
                        <a:rPr lang="vi-VN" sz="16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Đảm bảo an toàn cho giếng &amp; mỏ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 diện rủi ro vận hành</a:t>
                      </a:r>
                    </a:p>
                    <a:p>
                      <a:pPr marL="285750" indent="-285750" algn="l" defTabSz="914377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vi-VN" sz="16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Giữ chuẩn kỹ thuật trong mọi thao tác</a:t>
                      </a:r>
                    </a:p>
                    <a:p>
                      <a:endParaRPr lang="en-US" sz="16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263770"/>
                  </a:ext>
                </a:extLst>
              </a:tr>
            </a:tbl>
          </a:graphicData>
        </a:graphic>
      </p:graphicFrame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9593C5B2-D4EF-136B-763E-FEAA9DBE70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93C5B2-D4EF-136B-763E-FEAA9DBE7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46F95E-0879-5237-A715-64C596DC84F6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86CE46-DDDE-AE79-5DC9-1B4BD3BB7B13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VAI</a:t>
            </a:r>
            <a:r>
              <a:rPr lang="en-US" sz="3200" spc="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YaHei" charset="-122"/>
                <a:cs typeface="Times New Roman" panose="02020603050405020304" pitchFamily="18" charset="0"/>
              </a:rPr>
              <a:t> </a:t>
            </a: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TRÒ CỦA CÔNG NGHỆ MỎ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4107D12-F9DA-B1D6-26AD-B7CBD4477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85901"/>
              </p:ext>
            </p:extLst>
          </p:nvPr>
        </p:nvGraphicFramePr>
        <p:xfrm>
          <a:off x="106838" y="133149"/>
          <a:ext cx="11824701" cy="427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A3124B4-6EB0-6675-C550-C5115A3EB8C0}"/>
              </a:ext>
            </a:extLst>
          </p:cNvPr>
          <p:cNvSpPr txBox="1"/>
          <p:nvPr/>
        </p:nvSpPr>
        <p:spPr>
          <a:xfrm>
            <a:off x="176316" y="3565604"/>
            <a:ext cx="8983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KS CNM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1718-0D69-6B59-E7A4-39C16090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ue background with a tower&#10;&#10;Description automatically generated">
            <a:extLst>
              <a:ext uri="{FF2B5EF4-FFF2-40B4-BE49-F238E27FC236}">
                <a16:creationId xmlns:a16="http://schemas.microsoft.com/office/drawing/2014/main" id="{BCADA59C-42E9-B2CA-741F-4AE95C524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"/>
          <a:stretch/>
        </p:blipFill>
        <p:spPr>
          <a:xfrm>
            <a:off x="3614" y="0"/>
            <a:ext cx="1220685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54FA0-F900-1791-B96B-AD5B90572E6A}"/>
              </a:ext>
            </a:extLst>
          </p:cNvPr>
          <p:cNvSpPr txBox="1"/>
          <p:nvPr/>
        </p:nvSpPr>
        <p:spPr>
          <a:xfrm>
            <a:off x="0" y="1502995"/>
            <a:ext cx="1223754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342908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300" normalizeH="0" baseline="0" noProof="0">
                <a:ln>
                  <a:noFill/>
                </a:ln>
                <a:solidFill>
                  <a:srgbClr val="93FF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PHẦN 02</a:t>
            </a:r>
          </a:p>
          <a:p>
            <a:pPr lvl="0" algn="ctr"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400" b="1" spc="300">
                <a:solidFill>
                  <a:srgbClr val="E1FF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MỤC TIÊU</a:t>
            </a:r>
            <a:endParaRPr lang="vi-VN" sz="4400" b="1" spc="300">
              <a:solidFill>
                <a:srgbClr val="E1FF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</p:txBody>
      </p:sp>
      <p:pic>
        <p:nvPicPr>
          <p:cNvPr id="3" name="Picture 2" descr="A green and blue logo&#10;&#10;Description automatically generated">
            <a:extLst>
              <a:ext uri="{FF2B5EF4-FFF2-40B4-BE49-F238E27FC236}">
                <a16:creationId xmlns:a16="http://schemas.microsoft.com/office/drawing/2014/main" id="{F34590C0-95F2-54BA-09BC-69F2B629A3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4" y="55880"/>
            <a:ext cx="1014366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0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6BA7-0348-9A39-0677-17E3261F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F8FEAE7A-FA08-53F6-25C1-B8FC3A7744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EAE7A-FA08-53F6-25C1-B8FC3A774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62D5B3-DA6B-ACBB-E3A7-AB923AD4C83B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AA395A-F12A-2515-996E-D9F9010042D8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MỤC TIÊU TRONG 1-3 NĂM TỚI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648957-B8C4-B839-4D4E-867FBA634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637560"/>
              </p:ext>
            </p:extLst>
          </p:nvPr>
        </p:nvGraphicFramePr>
        <p:xfrm>
          <a:off x="207216" y="886120"/>
          <a:ext cx="11777568" cy="5828055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839159">
                  <a:extLst>
                    <a:ext uri="{9D8B030D-6E8A-4147-A177-3AD203B41FA5}">
                      <a16:colId xmlns:a16="http://schemas.microsoft.com/office/drawing/2014/main" val="732580045"/>
                    </a:ext>
                  </a:extLst>
                </a:gridCol>
                <a:gridCol w="1140644">
                  <a:extLst>
                    <a:ext uri="{9D8B030D-6E8A-4147-A177-3AD203B41FA5}">
                      <a16:colId xmlns:a16="http://schemas.microsoft.com/office/drawing/2014/main" val="1303582944"/>
                    </a:ext>
                  </a:extLst>
                </a:gridCol>
                <a:gridCol w="2450969">
                  <a:extLst>
                    <a:ext uri="{9D8B030D-6E8A-4147-A177-3AD203B41FA5}">
                      <a16:colId xmlns:a16="http://schemas.microsoft.com/office/drawing/2014/main" val="2119219636"/>
                    </a:ext>
                  </a:extLst>
                </a:gridCol>
                <a:gridCol w="3223967">
                  <a:extLst>
                    <a:ext uri="{9D8B030D-6E8A-4147-A177-3AD203B41FA5}">
                      <a16:colId xmlns:a16="http://schemas.microsoft.com/office/drawing/2014/main" val="292796310"/>
                    </a:ext>
                  </a:extLst>
                </a:gridCol>
                <a:gridCol w="4122829">
                  <a:extLst>
                    <a:ext uri="{9D8B030D-6E8A-4147-A177-3AD203B41FA5}">
                      <a16:colId xmlns:a16="http://schemas.microsoft.com/office/drawing/2014/main" val="3930051854"/>
                    </a:ext>
                  </a:extLst>
                </a:gridCol>
              </a:tblGrid>
              <a:tr h="3153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Area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Junior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Specialist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837035"/>
                  </a:ext>
                </a:extLst>
              </a:tr>
              <a:tr h="1963077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IMPACT</a:t>
                      </a:r>
                      <a:b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 am responsible for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vert="vert27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môn</a:t>
                      </a:r>
                      <a:endParaRPr lang="en-US" sz="1000" b="1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Thu thập, đo đạc và tổng hợp dữ liệu mỏ: PVT, địa chất – khoan – khai thác, sản lượng, giếng khoan.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Hỗ trợ phân tích số liệu cơ bản, vẽ biểu đồ, lập bảng tính đánh giá sản lượng / lưu lượng.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Sử dụng phần mềm kỹ thuật ở mức cơ bản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Phân tích chuyên sâu dữ liệu khai thác, xác định động thái mỏ, đánh giá sản lượng, suy giảm áp suất, dự báo hiệu suất.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Thực hiện nghiên cứu và đánh giá độc lập các báo cáo phát triển mỏ, thử vỉa, mô phỏng giếng/mỏ.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Tham gia xây dựng và đánh giá phương án phát triển mỏ, kế hoạch khoan – sửa giếng – can thiệp giếng.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Thiết kế kỹ thuật trung hạn: tối ưu vị trí giếng, chế độ vận hành, giải pháp tăng thu hồi dầu khí.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Tham gia thẩm định kỹ thuật cho các chương trình thăm dò, phát triển, khai thác.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 Lập các báo cáo đánh giá kỹ thuật, đánh giá dự án mới và các khuyến nghị cải tiến quy trình khai thác.</a:t>
                      </a:r>
                      <a:endParaRPr lang="vi-VN" sz="1000" b="0" i="0" u="none" strike="noStrike" dirty="0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Chủ trì các nghiên cứu độc lập đánh giá động thái mỏ và mô hình hóa khai thác (reservoir simulation).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Thiết kế và tối ưu phương án phát triển mỏ (FDP), chương trình khoan mới và can thiệp giếng phức tạp.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Đánh giá và thẩm định kỹ thuật các chương trình khai thác, khảo sát, thử vỉa, can thiệp giếng.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Xây dựng, thẩm định kỹ thuật, tiêu chuẩn vận hành và các giải pháp tăng thu hồi (IOR/EOR).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5) Kiểm tra, giám sát pháp lý – kỹ thuật đối với hoạt động khoan, khai thác và xử lý giếng.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6) Đầu mối chuyên môn trong các dự án: tối ưu sản lượng, giảm suy giảm, tăng hệ số thu hồi.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7) Hướng dẫn chuyên môn cho đội kỹ thuật, thẩm định báo cáo từ đơn vị vận hành.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extLst>
                  <a:ext uri="{0D108BD9-81ED-4DB2-BD59-A6C34878D82A}">
                    <a16:rowId xmlns:a16="http://schemas.microsoft.com/office/drawing/2014/main" val="2824004264"/>
                  </a:ext>
                </a:extLst>
              </a:tr>
              <a:tr h="8623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sz="1000" b="1" i="1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Giao tiếp rõ ràng, báo cáo số liệu đúng thời hạn.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Tinh thần học hỏi, tiếp thu phản hồi kỹ thuật.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Hợp tác tốt với nhóm hiện trường và văn phòng.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Tuân thủ kỷ luật an toàn &amp; quy trình.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Trình bày phân tích kỹ thuật logic, thuyết phục dựa trên số liệu.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Kỹ năng làm việc nhóm đa phòng ban (địa chất – khoan – khai thác – đầu tư).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Quản lý thời gian, lập kế hoạch công việc hiệu quả.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 trợ đào tạo kỹ sư Junior.</a:t>
                      </a:r>
                      <a:endParaRPr lang="vi-VN" sz="1000" b="0" i="0" u="none" strike="noStrike" dirty="0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Kỹ năng lãnh đạo kỹ thuật, dẫn dắt nhóm dự án.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Kỹ năng giải quyết vấn đề phức tạp và ra quyết định dựa trên mô hình &amp; dữ liệu.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Đàm phán kỹ thuật với nhà thầu, đơn vị vận hành, cơ quan quản lý.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Mentoring &amp; coaching đội ngũ kỹ thuật.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extLst>
                  <a:ext uri="{0D108BD9-81ED-4DB2-BD59-A6C34878D82A}">
                    <a16:rowId xmlns:a16="http://schemas.microsoft.com/office/drawing/2014/main" val="3876957761"/>
                  </a:ext>
                </a:extLst>
              </a:tr>
              <a:tr h="1106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</a:t>
                      </a:r>
                      <a:endParaRPr lang="en-US" sz="1000" b="1" i="1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Thu thập, nhập liệu và kiểm tra dữ liệu cơ bản của mỏ: sản lượng, áp suất, thử vỉa, thông tin giếng.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Tuân thủ quy trình chuẩn về lưu trữ dữ liệu và phân quyền truy cập.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Sử dụng được các công cụ đơn giản: Excel, hệ thống nhập liệu nội bộ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Xử lý, tổ chức và chuẩn hóa dữ liệu khai thác – địa chất – giếng khoan.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Vận hành và quản lý các cơ sở dữ liệu kỹ thuật (prod database, well database).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Thiết lập cấu trúc dữ liệu và đảm bảo tính toàn vẹn, tính nhất quán của thông tin.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Tích hợp dữ liệu từ nhiều nguồn (giếng, vỉa, đo đạc, báo cáo hiện trường).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Thiết kế và tối ưu hệ thống quản trị dữ liệu toàn mỏ, đảm bảo chất lượng &amp; truy vết dữ liệu.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Kết nối dữ liệu mỏ với phần mềm mô phỏng, hệ thống phân tích và nền tảng chuyển đổi số (BI, AI).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Xây dựng tiêu chuẩn dữ liệu, quy trình QA/QC và quy định bảo mật dữ liệu kỹ thuật.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Chủ trì triển khai các dự án số hóa dữ liệu mỏ, kho dữ liệu tập trung (data repository).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extLst>
                  <a:ext uri="{0D108BD9-81ED-4DB2-BD59-A6C34878D82A}">
                    <a16:rowId xmlns:a16="http://schemas.microsoft.com/office/drawing/2014/main" val="3885308199"/>
                  </a:ext>
                </a:extLst>
              </a:tr>
              <a:tr h="122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endParaRPr lang="en-US" sz="1000" b="1" i="1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Hỗ trợ lập kế hoạch công việc, tổ chức tài liệu và theo dõi tiến độ cho các nhiệm vụ kỹ thuật.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Tham gia họp dự án, ghi biên bản và tổng hợp báo cáo.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Tuân thủ quy trình quản lý dự án của đơn vị hoặc nhà điều hành.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Lập kế hoạch chi tiết cho phạm vi công việc được giao trong dự án (module/sub-task).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Theo dõi tiến độ, đánh giá rủi ro và đề xuất điều chỉnh.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Phối hợp giữa các nhóm liên quan (khoan – khai thác – địa chất – pháp lý…).</a:t>
                      </a:r>
                      <a:b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Lập báo cáo tiến độ, dự toán chi phí và kiểm soát chất lượng đầu ra kỹ thuật.</a:t>
                      </a:r>
                      <a:endParaRPr lang="vi-VN" sz="1000" b="0" i="0" u="none" strike="noStrike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Làm trưởng nhóm kỹ thuật, chịu trách nhiệm từ thiết kế đến triển khai các dự án lớn: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 án khoan – thử vỉa – khai thác – can thiệp giếng – mô phỏng – phát triển mỏ (FDP).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Xây dựng kế hoạch tổng thể, quản lý rủi ro, chi phí, nhân lực và chất lượng.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3) Đánh giá nhà thầu, phân tích phương án kỹ thuật – kinh tế, giám sát hiện trường.</a:t>
                      </a:r>
                      <a:b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4) Đảm bảo dự án đạt chỉ tiêu kỹ thuật, an toàn, pháp lý và tiến độ.</a:t>
                      </a:r>
                      <a:endParaRPr lang="vi-VN" sz="1000" b="0" i="0" u="none" strike="noStrike" dirty="0">
                        <a:solidFill>
                          <a:srgbClr val="32246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15" marR="5415" marT="5415" marB="0" anchor="ctr"/>
                </a:tc>
                <a:extLst>
                  <a:ext uri="{0D108BD9-81ED-4DB2-BD59-A6C34878D82A}">
                    <a16:rowId xmlns:a16="http://schemas.microsoft.com/office/drawing/2014/main" val="41396758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A711DB-1C82-27C8-F6EE-791A54E40690}"/>
              </a:ext>
            </a:extLst>
          </p:cNvPr>
          <p:cNvSpPr txBox="1"/>
          <p:nvPr/>
        </p:nvSpPr>
        <p:spPr>
          <a:xfrm>
            <a:off x="7824247" y="744718"/>
            <a:ext cx="4194926" cy="60237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D8860CC9-8A51-5DFD-00CB-0378E4259649}"/>
              </a:ext>
            </a:extLst>
          </p:cNvPr>
          <p:cNvSpPr/>
          <p:nvPr/>
        </p:nvSpPr>
        <p:spPr>
          <a:xfrm>
            <a:off x="10226420" y="74213"/>
            <a:ext cx="1775558" cy="67050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Mục tiêu</a:t>
            </a:r>
          </a:p>
        </p:txBody>
      </p:sp>
    </p:spTree>
    <p:extLst>
      <p:ext uri="{BB962C8B-B14F-4D97-AF65-F5344CB8AC3E}">
        <p14:creationId xmlns:p14="http://schemas.microsoft.com/office/powerpoint/2010/main" val="8464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8AF9-4634-0773-FC0A-797A3A0F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D2716C09-6CD5-FAC8-4736-82B26CC5C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716C09-6CD5-FAC8-4736-82B26CC5C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6899D1-72E0-3EF8-2C08-8DC85E01CA5D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AC2B84-5339-24C0-ED69-17EC6E722025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MỤC TIÊU TRONG 1-3 NĂM TỚI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1A57D3-DA55-6BDE-DD57-C99670592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58" y="971772"/>
            <a:ext cx="9657429" cy="588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4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8842-4E4A-DCBF-B1C1-196EDBAA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EB723AB0-5555-6C42-88DF-8A04956C0D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723AB0-5555-6C42-88DF-8A04956C0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2B0E79-200F-3D51-5273-4F846685A3AE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C931C0-024D-AD5F-5CAF-792B819BCD30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MỤC TIÊU TRONG 1-3 NĂM TỚI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3A6009-1279-2A65-AEF0-668E62CDE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75341"/>
              </p:ext>
            </p:extLst>
          </p:nvPr>
        </p:nvGraphicFramePr>
        <p:xfrm>
          <a:off x="1470582" y="951142"/>
          <a:ext cx="8904992" cy="26883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340511">
                  <a:extLst>
                    <a:ext uri="{9D8B030D-6E8A-4147-A177-3AD203B41FA5}">
                      <a16:colId xmlns:a16="http://schemas.microsoft.com/office/drawing/2014/main" val="3782780259"/>
                    </a:ext>
                  </a:extLst>
                </a:gridCol>
                <a:gridCol w="1006003">
                  <a:extLst>
                    <a:ext uri="{9D8B030D-6E8A-4147-A177-3AD203B41FA5}">
                      <a16:colId xmlns:a16="http://schemas.microsoft.com/office/drawing/2014/main" val="4122550970"/>
                    </a:ext>
                  </a:extLst>
                </a:gridCol>
                <a:gridCol w="1062953">
                  <a:extLst>
                    <a:ext uri="{9D8B030D-6E8A-4147-A177-3AD203B41FA5}">
                      <a16:colId xmlns:a16="http://schemas.microsoft.com/office/drawing/2014/main" val="1017094948"/>
                    </a:ext>
                  </a:extLst>
                </a:gridCol>
                <a:gridCol w="1495525">
                  <a:extLst>
                    <a:ext uri="{9D8B030D-6E8A-4147-A177-3AD203B41FA5}">
                      <a16:colId xmlns:a16="http://schemas.microsoft.com/office/drawing/2014/main" val="1083710773"/>
                    </a:ext>
                  </a:extLst>
                </a:gridCol>
              </a:tblGrid>
              <a:tr h="2759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lực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</a:t>
                      </a: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706532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CNM.15: Công nghệ mỏ cơ bản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1–2 </a:t>
                      </a: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1437103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CNM.23: Xây dựng và cập nhật cơ sở dữ liệu Công nghệ Mỏ và Công nghệ Dầu khí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7336841"/>
                  </a:ext>
                </a:extLst>
              </a:tr>
              <a:tr h="5518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CNM.24 – Kiểm định và đánh giá mô hình khai thác phục vụ xét duyệt các báo cáo ODP/FDP/Giếng khoan phát triển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1–2 </a:t>
                      </a: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7390048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CNM.25 – Xây dựng, thẩm định chiến lược phát triển dài hạn (bao gồm ODP/FDP)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 2 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9151062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CNM.16 – Thử vỉa và giám sát giếng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 1 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3511535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CNM.22 – Phân tích tối ưu khai thác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1400" u="none" strike="noStrike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14202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F0237E-CB92-6C89-722E-1C0698AC6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533678"/>
              </p:ext>
            </p:extLst>
          </p:nvPr>
        </p:nvGraphicFramePr>
        <p:xfrm>
          <a:off x="1470582" y="3829214"/>
          <a:ext cx="8904992" cy="274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0511">
                  <a:extLst>
                    <a:ext uri="{9D8B030D-6E8A-4147-A177-3AD203B41FA5}">
                      <a16:colId xmlns:a16="http://schemas.microsoft.com/office/drawing/2014/main" val="1994725722"/>
                    </a:ext>
                  </a:extLst>
                </a:gridCol>
                <a:gridCol w="1006003">
                  <a:extLst>
                    <a:ext uri="{9D8B030D-6E8A-4147-A177-3AD203B41FA5}">
                      <a16:colId xmlns:a16="http://schemas.microsoft.com/office/drawing/2014/main" val="3987936185"/>
                    </a:ext>
                  </a:extLst>
                </a:gridCol>
                <a:gridCol w="1050679">
                  <a:extLst>
                    <a:ext uri="{9D8B030D-6E8A-4147-A177-3AD203B41FA5}">
                      <a16:colId xmlns:a16="http://schemas.microsoft.com/office/drawing/2014/main" val="3856857833"/>
                    </a:ext>
                  </a:extLst>
                </a:gridCol>
                <a:gridCol w="1507799">
                  <a:extLst>
                    <a:ext uri="{9D8B030D-6E8A-4147-A177-3AD203B41FA5}">
                      <a16:colId xmlns:a16="http://schemas.microsoft.com/office/drawing/2014/main" val="1496461726"/>
                    </a:ext>
                  </a:extLst>
                </a:gridCol>
              </a:tblGrid>
              <a:tr h="3337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năng lực chung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Yêu cầu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 bạn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18587"/>
                  </a:ext>
                </a:extLst>
              </a:tr>
              <a:tr h="278195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KN01: Sử dụng tiếng Việt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771296"/>
                  </a:ext>
                </a:extLst>
              </a:tr>
              <a:tr h="245185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KN02: Kỹ năng giao tiếp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82953"/>
                  </a:ext>
                </a:extLst>
              </a:tr>
              <a:tr h="466482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KN04:Tin học văn phòng: word, excel, power point và phần mềm chuyên ngành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1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435600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KN05: Ứng dụng công nghệ số (AI, IoT, Cloud)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003420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NLC01: Quản lý dữ liệu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1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82949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NLC02: Tổng hợp thông tin, báo cáo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722581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NLC03: Thái độ và trách nhiệm nghề nghiệp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182436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vi-VN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NLC04: Tư duy phương pháp luận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Thiếu 2 điểm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07175"/>
                  </a:ext>
                </a:extLst>
              </a:tr>
              <a:tr h="236661">
                <a:tc>
                  <a:txBody>
                    <a:bodyPr/>
                    <a:lstStyle/>
                    <a:p>
                      <a:pPr marL="0" algn="l" defTabSz="914377" rtl="0" eaLnBrk="1" fontAlgn="ctr" latinLnBrk="0" hangingPunct="1">
                        <a:buNone/>
                      </a:pPr>
                      <a:r>
                        <a:rPr lang="en-US" sz="14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Quản lý dự án </a:t>
                      </a:r>
                      <a:endParaRPr lang="vi-VN" sz="14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358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28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4E73-30CB-74A2-156D-EC972179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79D6A6CD-8431-64ED-49B2-CE5EAF33BC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D6A6CD-8431-64ED-49B2-CE5EAF33BC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37CF7A-B242-3E96-600E-71E92F34F78E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D71F12-50A3-C84B-BA11-1540B4C83F84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CÁC KHÓA HỌC 1 – 3 năm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D0F2195-4409-B87A-F91E-A5BE9B61B1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400388"/>
              </p:ext>
            </p:extLst>
          </p:nvPr>
        </p:nvGraphicFramePr>
        <p:xfrm>
          <a:off x="1270055" y="801494"/>
          <a:ext cx="101662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4796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CAF9-8183-69AC-D734-DF576619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ue background with a tower&#10;&#10;Description automatically generated">
            <a:extLst>
              <a:ext uri="{FF2B5EF4-FFF2-40B4-BE49-F238E27FC236}">
                <a16:creationId xmlns:a16="http://schemas.microsoft.com/office/drawing/2014/main" id="{01A01CEC-6D2A-5D36-33C3-733EA33AD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"/>
          <a:stretch/>
        </p:blipFill>
        <p:spPr>
          <a:xfrm>
            <a:off x="3614" y="0"/>
            <a:ext cx="1220685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AB7348-629F-FE18-DE76-20CEF1090F5A}"/>
              </a:ext>
            </a:extLst>
          </p:cNvPr>
          <p:cNvSpPr txBox="1"/>
          <p:nvPr/>
        </p:nvSpPr>
        <p:spPr>
          <a:xfrm>
            <a:off x="0" y="1502995"/>
            <a:ext cx="1223754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342908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300" normalizeH="0" baseline="0" noProof="0">
                <a:ln>
                  <a:noFill/>
                </a:ln>
                <a:solidFill>
                  <a:srgbClr val="93FF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PHẦN 0</a:t>
            </a:r>
            <a:r>
              <a:rPr lang="en-US" altLang="zh-CN" sz="6000" b="1" spc="300">
                <a:solidFill>
                  <a:srgbClr val="93FF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3</a:t>
            </a:r>
            <a:endParaRPr kumimoji="0" lang="en-US" altLang="zh-CN" sz="6000" b="1" i="0" u="none" strike="noStrike" kern="1200" cap="none" spc="300" normalizeH="0" baseline="0" noProof="0">
              <a:ln>
                <a:noFill/>
              </a:ln>
              <a:solidFill>
                <a:srgbClr val="93FF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  <a:p>
            <a:pPr lvl="0" algn="ctr"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400" b="1" spc="300">
                <a:solidFill>
                  <a:srgbClr val="E1FF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KẾ HOẠCH CỤ THỂ</a:t>
            </a:r>
            <a:endParaRPr lang="vi-VN" sz="4400" b="1" spc="300">
              <a:solidFill>
                <a:srgbClr val="E1FF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</p:txBody>
      </p:sp>
      <p:pic>
        <p:nvPicPr>
          <p:cNvPr id="3" name="Picture 2" descr="A green and blue logo&#10;&#10;Description automatically generated">
            <a:extLst>
              <a:ext uri="{FF2B5EF4-FFF2-40B4-BE49-F238E27FC236}">
                <a16:creationId xmlns:a16="http://schemas.microsoft.com/office/drawing/2014/main" id="{3E8FD3E7-F608-33C9-A04B-5EA42160E8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4" y="55880"/>
            <a:ext cx="1014366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3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BD6D-E4C5-0D2B-7772-2A3AE5FE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hink-cell data - do not delete" hidden="1">
            <a:extLst>
              <a:ext uri="{FF2B5EF4-FFF2-40B4-BE49-F238E27FC236}">
                <a16:creationId xmlns:a16="http://schemas.microsoft.com/office/drawing/2014/main" id="{21835D40-B365-4479-CA5E-7D29A7D5FF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835D40-B365-4479-CA5E-7D29A7D5FF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D49C0-2B9F-3D2C-CA54-DABF572DF07C}"/>
              </a:ext>
            </a:extLst>
          </p:cNvPr>
          <p:cNvCxnSpPr/>
          <p:nvPr/>
        </p:nvCxnSpPr>
        <p:spPr>
          <a:xfrm>
            <a:off x="260461" y="218592"/>
            <a:ext cx="0" cy="914400"/>
          </a:xfrm>
          <a:prstGeom prst="line">
            <a:avLst/>
          </a:prstGeom>
          <a:ln w="28575">
            <a:solidFill>
              <a:srgbClr val="008E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EEDC722-BD0F-DEDE-F1A3-F2C67BE3DB88}"/>
              </a:ext>
            </a:extLst>
          </p:cNvPr>
          <p:cNvSpPr txBox="1"/>
          <p:nvPr/>
        </p:nvSpPr>
        <p:spPr>
          <a:xfrm>
            <a:off x="329937" y="340539"/>
            <a:ext cx="9879289" cy="6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>
                <a:solidFill>
                  <a:srgbClr val="0058B0"/>
                </a:solidFill>
                <a:latin typeface="Anton" pitchFamily="2" charset="0"/>
                <a:ea typeface="ＭＳ Ｐゴシック" charset="0"/>
              </a:rPr>
              <a:t>KẾ HOẠCH TRONG 2026</a:t>
            </a:r>
          </a:p>
        </p:txBody>
      </p:sp>
      <p:sp>
        <p:nvSpPr>
          <p:cNvPr id="2" name="Rectangle 29">
            <a:extLst>
              <a:ext uri="{FF2B5EF4-FFF2-40B4-BE49-F238E27FC236}">
                <a16:creationId xmlns:a16="http://schemas.microsoft.com/office/drawing/2014/main" id="{40770FEC-AEB0-1CF0-FB8A-0ADF9C4D405F}"/>
              </a:ext>
            </a:extLst>
          </p:cNvPr>
          <p:cNvSpPr/>
          <p:nvPr/>
        </p:nvSpPr>
        <p:spPr>
          <a:xfrm rot="5400000">
            <a:off x="410567" y="1548585"/>
            <a:ext cx="360000" cy="11811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47E94A-D79B-C309-2440-66CE64F0DC7A}"/>
              </a:ext>
            </a:extLst>
          </p:cNvPr>
          <p:cNvSpPr/>
          <p:nvPr/>
        </p:nvSpPr>
        <p:spPr>
          <a:xfrm>
            <a:off x="2527546" y="1959152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4A417A3-E6CD-C04E-CDD6-779784365BD3}"/>
              </a:ext>
            </a:extLst>
          </p:cNvPr>
          <p:cNvSpPr/>
          <p:nvPr/>
        </p:nvSpPr>
        <p:spPr>
          <a:xfrm>
            <a:off x="4221352" y="1959152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B3E02CA-5FC2-BF1A-EDA0-878CEAF5FA1E}"/>
              </a:ext>
            </a:extLst>
          </p:cNvPr>
          <p:cNvSpPr/>
          <p:nvPr/>
        </p:nvSpPr>
        <p:spPr>
          <a:xfrm>
            <a:off x="5915158" y="1959152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CD05D5A-CAE8-BAFD-7127-672DE120B48D}"/>
              </a:ext>
            </a:extLst>
          </p:cNvPr>
          <p:cNvSpPr/>
          <p:nvPr/>
        </p:nvSpPr>
        <p:spPr>
          <a:xfrm>
            <a:off x="7608964" y="1959152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CE5A370-290B-5325-7EAE-D5DD7C399E42}"/>
              </a:ext>
            </a:extLst>
          </p:cNvPr>
          <p:cNvSpPr/>
          <p:nvPr/>
        </p:nvSpPr>
        <p:spPr>
          <a:xfrm rot="16200000">
            <a:off x="11414288" y="1528441"/>
            <a:ext cx="360000" cy="119542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AB083A3-FBAA-58DB-0395-BC7ACEB9BA8B}"/>
              </a:ext>
            </a:extLst>
          </p:cNvPr>
          <p:cNvSpPr/>
          <p:nvPr/>
        </p:nvSpPr>
        <p:spPr>
          <a:xfrm>
            <a:off x="833740" y="1959152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254">
            <a:extLst>
              <a:ext uri="{FF2B5EF4-FFF2-40B4-BE49-F238E27FC236}">
                <a16:creationId xmlns:a16="http://schemas.microsoft.com/office/drawing/2014/main" id="{7EFCD2E3-642E-B0A3-D59B-30D43923CC15}"/>
              </a:ext>
            </a:extLst>
          </p:cNvPr>
          <p:cNvCxnSpPr>
            <a:cxnSpLocks/>
          </p:cNvCxnSpPr>
          <p:nvPr/>
        </p:nvCxnSpPr>
        <p:spPr>
          <a:xfrm>
            <a:off x="980769" y="2319152"/>
            <a:ext cx="0" cy="761927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256">
            <a:extLst>
              <a:ext uri="{FF2B5EF4-FFF2-40B4-BE49-F238E27FC236}">
                <a16:creationId xmlns:a16="http://schemas.microsoft.com/office/drawing/2014/main" id="{0E4040F7-32D2-F8EA-5728-FE221BA37C7F}"/>
              </a:ext>
            </a:extLst>
          </p:cNvPr>
          <p:cNvCxnSpPr>
            <a:cxnSpLocks/>
          </p:cNvCxnSpPr>
          <p:nvPr/>
        </p:nvCxnSpPr>
        <p:spPr>
          <a:xfrm>
            <a:off x="4381855" y="2319152"/>
            <a:ext cx="0" cy="614548"/>
          </a:xfrm>
          <a:prstGeom prst="line">
            <a:avLst/>
          </a:prstGeom>
          <a:ln w="1905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257">
            <a:extLst>
              <a:ext uri="{FF2B5EF4-FFF2-40B4-BE49-F238E27FC236}">
                <a16:creationId xmlns:a16="http://schemas.microsoft.com/office/drawing/2014/main" id="{3761D752-9E4A-F5C4-7D1E-6A3AB099914C}"/>
              </a:ext>
            </a:extLst>
          </p:cNvPr>
          <p:cNvCxnSpPr>
            <a:cxnSpLocks/>
          </p:cNvCxnSpPr>
          <p:nvPr/>
        </p:nvCxnSpPr>
        <p:spPr>
          <a:xfrm>
            <a:off x="6082398" y="2319151"/>
            <a:ext cx="26522" cy="761928"/>
          </a:xfrm>
          <a:prstGeom prst="line">
            <a:avLst/>
          </a:prstGeom>
          <a:ln w="1905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258">
            <a:extLst>
              <a:ext uri="{FF2B5EF4-FFF2-40B4-BE49-F238E27FC236}">
                <a16:creationId xmlns:a16="http://schemas.microsoft.com/office/drawing/2014/main" id="{F1D9085D-90F8-B3BD-738F-3A78D05E5A20}"/>
              </a:ext>
            </a:extLst>
          </p:cNvPr>
          <p:cNvCxnSpPr>
            <a:cxnSpLocks/>
          </p:cNvCxnSpPr>
          <p:nvPr/>
        </p:nvCxnSpPr>
        <p:spPr>
          <a:xfrm>
            <a:off x="7782941" y="2319152"/>
            <a:ext cx="0" cy="49860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259">
            <a:extLst>
              <a:ext uri="{FF2B5EF4-FFF2-40B4-BE49-F238E27FC236}">
                <a16:creationId xmlns:a16="http://schemas.microsoft.com/office/drawing/2014/main" id="{D87CB75B-E255-4E9E-C677-B6147532BE5A}"/>
              </a:ext>
            </a:extLst>
          </p:cNvPr>
          <p:cNvCxnSpPr>
            <a:cxnSpLocks/>
          </p:cNvCxnSpPr>
          <p:nvPr/>
        </p:nvCxnSpPr>
        <p:spPr>
          <a:xfrm>
            <a:off x="9483482" y="2319151"/>
            <a:ext cx="0" cy="726605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C42DF1-9B72-11B6-F8E6-4EB760616C26}"/>
              </a:ext>
            </a:extLst>
          </p:cNvPr>
          <p:cNvSpPr txBox="1"/>
          <p:nvPr/>
        </p:nvSpPr>
        <p:spPr>
          <a:xfrm>
            <a:off x="833740" y="3054743"/>
            <a:ext cx="16674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IOR/EOR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7DBCB-C13D-816C-BB81-4FCD1F9FF698}"/>
              </a:ext>
            </a:extLst>
          </p:cNvPr>
          <p:cNvSpPr txBox="1"/>
          <p:nvPr/>
        </p:nvSpPr>
        <p:spPr>
          <a:xfrm>
            <a:off x="4172256" y="2930918"/>
            <a:ext cx="194055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việc Dự án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D11AB8-0161-DCD6-5E88-458B5222E812}"/>
              </a:ext>
            </a:extLst>
          </p:cNvPr>
          <p:cNvSpPr txBox="1"/>
          <p:nvPr/>
        </p:nvSpPr>
        <p:spPr>
          <a:xfrm>
            <a:off x="5974084" y="3045756"/>
            <a:ext cx="262663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việc Dự án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1E324-CEBB-1D10-3D57-139676C8BF0F}"/>
              </a:ext>
            </a:extLst>
          </p:cNvPr>
          <p:cNvSpPr txBox="1"/>
          <p:nvPr/>
        </p:nvSpPr>
        <p:spPr>
          <a:xfrm>
            <a:off x="7645181" y="2788201"/>
            <a:ext cx="177474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thành chia sẻ 02 khóa học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D5E8AE-E3BA-108A-2465-34A7A2552EA1}"/>
              </a:ext>
            </a:extLst>
          </p:cNvPr>
          <p:cNvSpPr txBox="1"/>
          <p:nvPr/>
        </p:nvSpPr>
        <p:spPr>
          <a:xfrm>
            <a:off x="9375054" y="3028589"/>
            <a:ext cx="28169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thành SKSC số 02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5AB4A59C-B6BB-0408-444E-94084B9B27B2}"/>
              </a:ext>
            </a:extLst>
          </p:cNvPr>
          <p:cNvSpPr/>
          <p:nvPr/>
        </p:nvSpPr>
        <p:spPr>
          <a:xfrm>
            <a:off x="9302770" y="1946153"/>
            <a:ext cx="2041200" cy="360000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ED297-8A46-E676-9BA2-873EB23E74CB}"/>
              </a:ext>
            </a:extLst>
          </p:cNvPr>
          <p:cNvSpPr txBox="1"/>
          <p:nvPr/>
        </p:nvSpPr>
        <p:spPr>
          <a:xfrm>
            <a:off x="9717542" y="1937421"/>
            <a:ext cx="1260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T10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3C02E-5970-D01E-80D9-D570DF4F6159}"/>
              </a:ext>
            </a:extLst>
          </p:cNvPr>
          <p:cNvSpPr txBox="1"/>
          <p:nvPr/>
        </p:nvSpPr>
        <p:spPr>
          <a:xfrm>
            <a:off x="8012626" y="1937421"/>
            <a:ext cx="1260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T9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DE4AEC-0AF3-1A1B-389A-3B2515DD4710}"/>
              </a:ext>
            </a:extLst>
          </p:cNvPr>
          <p:cNvSpPr txBox="1"/>
          <p:nvPr/>
        </p:nvSpPr>
        <p:spPr>
          <a:xfrm>
            <a:off x="6291830" y="1937421"/>
            <a:ext cx="1260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T8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808ECA-12A6-157D-ED69-5F2BF35556E7}"/>
              </a:ext>
            </a:extLst>
          </p:cNvPr>
          <p:cNvSpPr txBox="1"/>
          <p:nvPr/>
        </p:nvSpPr>
        <p:spPr>
          <a:xfrm>
            <a:off x="4712324" y="1937421"/>
            <a:ext cx="105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3CABCE-758C-EF1B-32D5-E18148332340}"/>
              </a:ext>
            </a:extLst>
          </p:cNvPr>
          <p:cNvSpPr txBox="1"/>
          <p:nvPr/>
        </p:nvSpPr>
        <p:spPr>
          <a:xfrm>
            <a:off x="3018518" y="1937421"/>
            <a:ext cx="105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A864A2-7F06-D538-E182-871203129DE1}"/>
              </a:ext>
            </a:extLst>
          </p:cNvPr>
          <p:cNvSpPr txBox="1"/>
          <p:nvPr/>
        </p:nvSpPr>
        <p:spPr>
          <a:xfrm>
            <a:off x="1324712" y="1937421"/>
            <a:ext cx="105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254">
            <a:extLst>
              <a:ext uri="{FF2B5EF4-FFF2-40B4-BE49-F238E27FC236}">
                <a16:creationId xmlns:a16="http://schemas.microsoft.com/office/drawing/2014/main" id="{2558F904-791F-8367-A5CC-F969DDA6007E}"/>
              </a:ext>
            </a:extLst>
          </p:cNvPr>
          <p:cNvCxnSpPr>
            <a:cxnSpLocks/>
          </p:cNvCxnSpPr>
          <p:nvPr/>
        </p:nvCxnSpPr>
        <p:spPr>
          <a:xfrm>
            <a:off x="243992" y="1606559"/>
            <a:ext cx="0" cy="352593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3B9010C-9081-C426-1874-16F8E9446DD4}"/>
              </a:ext>
            </a:extLst>
          </p:cNvPr>
          <p:cNvSpPr txBox="1"/>
          <p:nvPr/>
        </p:nvSpPr>
        <p:spPr>
          <a:xfrm>
            <a:off x="41740" y="986863"/>
            <a:ext cx="15840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thành 01 SKSC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직선 연결선 254">
            <a:extLst>
              <a:ext uri="{FF2B5EF4-FFF2-40B4-BE49-F238E27FC236}">
                <a16:creationId xmlns:a16="http://schemas.microsoft.com/office/drawing/2014/main" id="{E555D315-63C6-7634-198B-357BDE0DB1E4}"/>
              </a:ext>
            </a:extLst>
          </p:cNvPr>
          <p:cNvCxnSpPr>
            <a:cxnSpLocks/>
          </p:cNvCxnSpPr>
          <p:nvPr/>
        </p:nvCxnSpPr>
        <p:spPr>
          <a:xfrm>
            <a:off x="12010545" y="1655898"/>
            <a:ext cx="0" cy="303254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5A282D2-5472-C469-730B-488A3D577AE8}"/>
              </a:ext>
            </a:extLst>
          </p:cNvPr>
          <p:cNvSpPr txBox="1"/>
          <p:nvPr/>
        </p:nvSpPr>
        <p:spPr>
          <a:xfrm>
            <a:off x="10608000" y="1036202"/>
            <a:ext cx="15840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 chương trình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66698B-2CA5-3354-0AAD-8417C0893A33}"/>
              </a:ext>
            </a:extLst>
          </p:cNvPr>
          <p:cNvSpPr txBox="1"/>
          <p:nvPr/>
        </p:nvSpPr>
        <p:spPr>
          <a:xfrm>
            <a:off x="-186860" y="1937421"/>
            <a:ext cx="105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61DDEF-9F2D-F676-EC09-CFCAEA51195A}"/>
              </a:ext>
            </a:extLst>
          </p:cNvPr>
          <p:cNvSpPr txBox="1"/>
          <p:nvPr/>
        </p:nvSpPr>
        <p:spPr>
          <a:xfrm>
            <a:off x="11281416" y="1926098"/>
            <a:ext cx="1059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</a:t>
            </a:r>
            <a:endParaRPr lang="ko-KR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8E6646-100C-3128-534A-9742A5CF3338}"/>
              </a:ext>
            </a:extLst>
          </p:cNvPr>
          <p:cNvSpPr txBox="1"/>
          <p:nvPr/>
        </p:nvSpPr>
        <p:spPr>
          <a:xfrm>
            <a:off x="1962149" y="1177209"/>
            <a:ext cx="824707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 gia các khóa học của Ban CNM, PVEP và theo chương trình nhân viên tài năng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D3590D9-FD21-9DCE-3BF5-A602B42CD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956092"/>
              </p:ext>
            </p:extLst>
          </p:nvPr>
        </p:nvGraphicFramePr>
        <p:xfrm>
          <a:off x="342768" y="3362520"/>
          <a:ext cx="11674368" cy="3440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728">
                  <a:extLst>
                    <a:ext uri="{9D8B030D-6E8A-4147-A177-3AD203B41FA5}">
                      <a16:colId xmlns:a16="http://schemas.microsoft.com/office/drawing/2014/main" val="2476690308"/>
                    </a:ext>
                  </a:extLst>
                </a:gridCol>
                <a:gridCol w="1945728">
                  <a:extLst>
                    <a:ext uri="{9D8B030D-6E8A-4147-A177-3AD203B41FA5}">
                      <a16:colId xmlns:a16="http://schemas.microsoft.com/office/drawing/2014/main" val="758599221"/>
                    </a:ext>
                  </a:extLst>
                </a:gridCol>
                <a:gridCol w="1945728">
                  <a:extLst>
                    <a:ext uri="{9D8B030D-6E8A-4147-A177-3AD203B41FA5}">
                      <a16:colId xmlns:a16="http://schemas.microsoft.com/office/drawing/2014/main" val="509617903"/>
                    </a:ext>
                  </a:extLst>
                </a:gridCol>
                <a:gridCol w="1945728">
                  <a:extLst>
                    <a:ext uri="{9D8B030D-6E8A-4147-A177-3AD203B41FA5}">
                      <a16:colId xmlns:a16="http://schemas.microsoft.com/office/drawing/2014/main" val="3030220689"/>
                    </a:ext>
                  </a:extLst>
                </a:gridCol>
                <a:gridCol w="1945728">
                  <a:extLst>
                    <a:ext uri="{9D8B030D-6E8A-4147-A177-3AD203B41FA5}">
                      <a16:colId xmlns:a16="http://schemas.microsoft.com/office/drawing/2014/main" val="154642752"/>
                    </a:ext>
                  </a:extLst>
                </a:gridCol>
                <a:gridCol w="1945728">
                  <a:extLst>
                    <a:ext uri="{9D8B030D-6E8A-4147-A177-3AD203B41FA5}">
                      <a16:colId xmlns:a16="http://schemas.microsoft.com/office/drawing/2014/main" val="1348186281"/>
                    </a:ext>
                  </a:extLst>
                </a:gridCol>
              </a:tblGrid>
              <a:tr h="42318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 mục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tiêu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động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 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 quả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đồng hành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62346"/>
                  </a:ext>
                </a:extLst>
              </a:tr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 thành 02 SKSC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NV tài năng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 gia cùng nhóm DA để thực hiện và viết báo cáo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 12/2025 – 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 cáo 02 SKSC được LĐTCT thông qua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 DA, LĐB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175042"/>
                  </a:ext>
                </a:extLst>
              </a:tr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 sẻ 02 khóa đào tạo nội bộ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NV tài năng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gia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cùng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1/2026 – 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02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thiểu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15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gia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mỗi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 giảng viên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427921"/>
                  </a:ext>
                </a:extLst>
              </a:tr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 cứu mô hình hóa CCS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Hiểu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và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phỏng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cứu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và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01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 1/2026 – 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chia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sẻ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LĐB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065522"/>
                  </a:ext>
                </a:extLst>
              </a:tr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 cứu IOR/EOR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Hiểu và biết cách lập Phương án phát triển cho 01 mỏ (móng)</a:t>
                      </a:r>
                    </a:p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 án khoan giếng 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Phương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IOR/EOR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01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Việt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12/2025 – 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 NCKH và dự án 15-1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813480"/>
                  </a:ext>
                </a:extLst>
              </a:tr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công việc khác liên quan dự án, nghiên cứu được LĐB/LĐ TCT giao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CTHĐ 2025-2026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1/2026 – 12/2026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 cáo kỹ thuật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56678"/>
                  </a:ext>
                </a:extLst>
              </a:tr>
            </a:tbl>
          </a:graphicData>
        </a:graphic>
      </p:graphicFrame>
      <p:cxnSp>
        <p:nvCxnSpPr>
          <p:cNvPr id="45" name="직선 연결선 256">
            <a:extLst>
              <a:ext uri="{FF2B5EF4-FFF2-40B4-BE49-F238E27FC236}">
                <a16:creationId xmlns:a16="http://schemas.microsoft.com/office/drawing/2014/main" id="{7F14822E-16EB-8286-A4DB-58D031C03A22}"/>
              </a:ext>
            </a:extLst>
          </p:cNvPr>
          <p:cNvCxnSpPr>
            <a:cxnSpLocks/>
          </p:cNvCxnSpPr>
          <p:nvPr/>
        </p:nvCxnSpPr>
        <p:spPr>
          <a:xfrm>
            <a:off x="2710758" y="2319152"/>
            <a:ext cx="0" cy="614548"/>
          </a:xfrm>
          <a:prstGeom prst="line">
            <a:avLst/>
          </a:prstGeom>
          <a:ln w="1905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331FA8D-6799-2C07-5C85-F80CE567EF9C}"/>
              </a:ext>
            </a:extLst>
          </p:cNvPr>
          <p:cNvSpPr txBox="1"/>
          <p:nvPr/>
        </p:nvSpPr>
        <p:spPr>
          <a:xfrm>
            <a:off x="2501159" y="2930918"/>
            <a:ext cx="194055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việc Dự án</a:t>
            </a:r>
          </a:p>
        </p:txBody>
      </p:sp>
    </p:spTree>
    <p:extLst>
      <p:ext uri="{BB962C8B-B14F-4D97-AF65-F5344CB8AC3E}">
        <p14:creationId xmlns:p14="http://schemas.microsoft.com/office/powerpoint/2010/main" val="218311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E3A4-6D37-4851-F73A-D3D02050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B5AEFD-F5FD-B53E-C8FD-FFFD19C6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6653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8D740AFE-DC00-2FA5-D5BA-CE46E3F9DC99}"/>
              </a:ext>
            </a:extLst>
          </p:cNvPr>
          <p:cNvSpPr txBox="1"/>
          <p:nvPr/>
        </p:nvSpPr>
        <p:spPr>
          <a:xfrm>
            <a:off x="0" y="2488515"/>
            <a:ext cx="12192000" cy="10599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342891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  <a:ea typeface="Microsoft YaHei" charset="-122"/>
                <a:cs typeface="Arial" panose="020B0604020202020204" pitchFamily="34" charset="0"/>
              </a:rPr>
              <a:t>TRÂN TRỌNG CÁM ƠN !</a:t>
            </a:r>
            <a:endParaRPr kumimoji="0" lang="vi-VN" sz="6600" b="1" i="0" u="none" strike="noStrike" kern="1200" cap="none" spc="30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nton" pitchFamily="2" charset="0"/>
              <a:ea typeface="Microsoft YaHei" charset="-122"/>
              <a:cs typeface="Arial" panose="020B0604020202020204" pitchFamily="34" charset="0"/>
            </a:endParaRPr>
          </a:p>
        </p:txBody>
      </p:sp>
      <p:pic>
        <p:nvPicPr>
          <p:cNvPr id="2" name="Picture 1" descr="A green and blue logo&#10;&#10;Description automatically generated">
            <a:extLst>
              <a:ext uri="{FF2B5EF4-FFF2-40B4-BE49-F238E27FC236}">
                <a16:creationId xmlns:a16="http://schemas.microsoft.com/office/drawing/2014/main" id="{CCBBC917-B9D5-D066-6E72-4603DC7AEB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5" y="55086"/>
            <a:ext cx="1005840" cy="1027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C30FA4-F64D-78E6-9624-22A02C086997}"/>
              </a:ext>
            </a:extLst>
          </p:cNvPr>
          <p:cNvSpPr txBox="1"/>
          <p:nvPr/>
        </p:nvSpPr>
        <p:spPr>
          <a:xfrm>
            <a:off x="1111669" y="286726"/>
            <a:ext cx="544804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TỔNG CÔNG TY THĂM DÒ KHAI THÁC DẦU KHÍ</a:t>
            </a:r>
          </a:p>
          <a:p>
            <a:pPr>
              <a:buNone/>
            </a:pP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dắt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Chuỗi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000" b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B7FF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sz="2000" b="1">
              <a:solidFill>
                <a:srgbClr val="B7FFC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186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2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3.00859449013366697656E+00&quot;&gt;&lt;m_msothmcolidx val=&quot;0&quot;/&gt;&lt;m_rgb r=&quot;21&quot; g=&quot;99&quot; b=&quot;C7&quot;/&gt;&lt;/elem&gt;&lt;elem m_fUsage=&quot;2.16922237466715950305E+00&quot;&gt;&lt;m_msothmcolidx val=&quot;0&quot;/&gt;&lt;m_rgb r=&quot;25&quot; g=&quot;9F&quot; b=&quot;34&quot;/&gt;&lt;/elem&gt;&lt;elem m_fUsage=&quot;1.76293457856406265982E+00&quot;&gt;&lt;m_msothmcolidx val=&quot;0&quot;/&gt;&lt;m_rgb r=&quot;5E&quot; g=&quot;EF&quot; b=&quot;98&quot;/&gt;&lt;/elem&gt;&lt;elem m_fUsage=&quot;1.40158642561251278735E+00&quot;&gt;&lt;m_msothmcolidx val=&quot;0&quot;/&gt;&lt;m_rgb r=&quot;DE&quot; g=&quot;0D&quot; b=&quot;22&quot;/&gt;&lt;/elem&gt;&lt;elem m_fUsage=&quot;1.09970532094420070379E+00&quot;&gt;&lt;m_msothmcolidx val=&quot;0&quot;/&gt;&lt;m_rgb r=&quot;25&quot; g=&quot;E2&quot; b=&quot;80&quot;/&gt;&lt;/elem&gt;&lt;elem m_fUsage=&quot;1.18752649808806426401E-01&quot;&gt;&lt;m_msothmcolidx val=&quot;0&quot;/&gt;&lt;m_rgb r=&quot;B9&quot; g=&quot;F7&quot; b=&quot;C3&quot;/&gt;&lt;/elem&gt;&lt;elem m_fUsage=&quot;1.06095007704307131569E-01&quot;&gt;&lt;m_msothmcolidx val=&quot;0&quot;/&gt;&lt;m_rgb r=&quot;A3&quot; g=&quot;DC&quot; b=&quot;2C&quot;/&gt;&lt;/elem&gt;&lt;elem m_fUsage=&quot;9.37589440652511901808E-02&quot;&gt;&lt;m_msothmcolidx val=&quot;0&quot;/&gt;&lt;m_rgb r=&quot;3F&quot; g=&quot;7A&quot; b=&quot;69&quot;/&gt;&lt;/elem&gt;&lt;elem m_fUsage=&quot;7.68510890492366816051E-02&quot;&gt;&lt;m_msothmcolidx val=&quot;0&quot;/&gt;&lt;m_rgb r=&quot;1C&quot; g=&quot;66&quot; b=&quot;AB&quot;/&gt;&lt;/elem&gt;&lt;elem m_fUsage=&quot;4.98045908243019558315E-02&quot;&gt;&lt;m_msothmcolidx val=&quot;0&quot;/&gt;&lt;m_rgb r=&quot;7B&quot; g=&quot;F1&quot; b=&quot;9A&quot;/&gt;&lt;/elem&gt;&lt;elem m_fUsage=&quot;3.81520424476946215520E-02&quot;&gt;&lt;m_msothmcolidx val=&quot;0&quot;/&gt;&lt;m_rgb r=&quot;05&quot; g=&quot;D6&quot; b=&quot;98&quot;/&gt;&lt;/elem&gt;&lt;elem m_fUsage=&quot;3.59384361412446728945E-02&quot;&gt;&lt;m_msothmcolidx val=&quot;0&quot;/&gt;&lt;m_rgb r=&quot;04&quot; g=&quot;B0&quot; b=&quot;A7&quot;/&gt;&lt;/elem&gt;&lt;elem m_fUsage=&quot;2.46726482670939425978E-02&quot;&gt;&lt;m_msothmcolidx val=&quot;0&quot;/&gt;&lt;m_rgb r=&quot;0E&quot; g=&quot;C6&quot; b=&quot;B0&quot;/&gt;&lt;/elem&gt;&lt;elem m_fUsage=&quot;5.72641689702235463094E-03&quot;&gt;&lt;m_msothmcolidx val=&quot;0&quot;/&gt;&lt;m_rgb r=&quot;0D&quot; g=&quot;B7&quot; b=&quot;AF&quot;/&gt;&lt;/elem&gt;&lt;elem m_fUsage=&quot;1.61730926992299014339E-03&quot;&gt;&lt;m_msothmcolidx val=&quot;0&quot;/&gt;&lt;m_rgb r=&quot;BB&quot; g=&quot;C4&quot; b=&quot;27&quot;/&gt;&lt;/elem&gt;&lt;elem m_fUsage=&quot;1.45557834293069112905E-03&quot;&gt;&lt;m_msothmcolidx val=&quot;0&quot;/&gt;&lt;m_rgb r=&quot;EA&quot; g=&quot;F6&quot; b=&quot;77&quot;/&gt;&lt;/elem&gt;&lt;elem m_fUsage=&quot;1.31002050863762210288E-03&quot;&gt;&lt;m_msothmcolidx val=&quot;0&quot;/&gt;&lt;m_rgb r=&quot;EC&quot; g=&quot;F4&quot; b=&quot;43&quot;/&gt;&lt;/elem&gt;&lt;elem m_fUsage=&quot;1.17901845777385982754E-03&quot;&gt;&lt;m_msothmcolidx val=&quot;0&quot;/&gt;&lt;m_rgb r=&quot;B9&quot; g=&quot;CE&quot; b=&quot;29&quot;/&gt;&lt;/elem&gt;&lt;elem m_fUsage=&quot;1.06111661199647386647E-03&quot;&gt;&lt;m_msothmcolidx val=&quot;0&quot;/&gt;&lt;m_rgb r=&quot;1C&quot; g=&quot;8C&quot; b=&quot;29&quot;/&gt;&lt;/elem&gt;&lt;elem m_fUsage=&quot;1.05613150619269743381E-03&quot;&gt;&lt;m_msothmcolidx val=&quot;0&quot;/&gt;&lt;m_rgb r=&quot;5B&quot; g=&quot;AF&quot; b=&quot;83&quot;/&gt;&lt;/elem&gt;&lt;elem m_fUsage=&quot;3.23367079744221990866E-04&quot;&gt;&lt;m_msothmcolidx val=&quot;0&quot;/&gt;&lt;m_rgb r=&quot;48&quot; g=&quot;CA&quot; b=&quot;E3&quot;/&gt;&lt;/elem&gt;&lt;elem m_fUsage=&quot;3.67901935991974898626E-05&quot;&gt;&lt;m_msothmcolidx val=&quot;0&quot;/&gt;&lt;m_rgb r=&quot;8C&quot; g=&quot;B5&quot; b=&quot;AB&quot;/&gt;&lt;/elem&gt;&lt;elem m_fUsage=&quot;2.38688534460668683537E-05&quot;&gt;&lt;m_msothmcolidx val=&quot;0&quot;/&gt;&lt;m_rgb r=&quot;58&quot; g=&quot;95&quot; b=&quot;91&quot;/&gt;&lt;/elem&gt;&lt;elem m_fUsage=&quot;2.17242414183901285426E-05&quot;&gt;&lt;m_msothmcolidx val=&quot;0&quot;/&gt;&lt;m_rgb r=&quot;5D&quot; g=&quot;A4&quot; b=&quot;D7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Elegant green - white">
      <a:dk1>
        <a:srgbClr val="2B2B2D"/>
      </a:dk1>
      <a:lt1>
        <a:srgbClr val="FFFFFF"/>
      </a:lt1>
      <a:dk2>
        <a:srgbClr val="2B2B2D"/>
      </a:dk2>
      <a:lt2>
        <a:srgbClr val="5E5CA2"/>
      </a:lt2>
      <a:accent1>
        <a:srgbClr val="00A09D"/>
      </a:accent1>
      <a:accent2>
        <a:srgbClr val="0099A5"/>
      </a:accent2>
      <a:accent3>
        <a:srgbClr val="1891AB"/>
      </a:accent3>
      <a:accent4>
        <a:srgbClr val="2C85AE"/>
      </a:accent4>
      <a:accent5>
        <a:srgbClr val="4276AA"/>
      </a:accent5>
      <a:accent6>
        <a:srgbClr val="5268A5"/>
      </a:accent6>
      <a:hlink>
        <a:srgbClr val="7030A0"/>
      </a:hlink>
      <a:folHlink>
        <a:srgbClr val="00B0F0"/>
      </a:folHlink>
    </a:clrScheme>
    <a:fontScheme name="Custom 9">
      <a:majorFont>
        <a:latin typeface="Bebas Neue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2790</Words>
  <Application>Microsoft Office PowerPoint</Application>
  <PresentationFormat>Widescreen</PresentationFormat>
  <Paragraphs>266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Anton</vt:lpstr>
      <vt:lpstr>Aptos</vt:lpstr>
      <vt:lpstr>Aptos Display</vt:lpstr>
      <vt:lpstr>Arial</vt:lpstr>
      <vt:lpstr>Bebas Neue</vt:lpstr>
      <vt:lpstr>Calibri</vt:lpstr>
      <vt:lpstr>Calibri Light</vt:lpstr>
      <vt:lpstr>Open Sans</vt:lpstr>
      <vt:lpstr>Public Sans</vt:lpstr>
      <vt:lpstr>Roboto Medium</vt:lpstr>
      <vt:lpstr>Times New Roman</vt:lpstr>
      <vt:lpstr>Ubuntu</vt:lpstr>
      <vt:lpstr>Wingdings</vt:lpstr>
      <vt:lpstr>Office Theme</vt:lpstr>
      <vt:lpstr>Office 2013 - 2022 Theme</vt:lpstr>
      <vt:lpstr>Content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Thi Thanh Thuy KHDT</dc:creator>
  <cp:lastModifiedBy>Duong Thu Huong</cp:lastModifiedBy>
  <cp:revision>3</cp:revision>
  <cp:lastPrinted>2025-07-10T10:45:25Z</cp:lastPrinted>
  <dcterms:created xsi:type="dcterms:W3CDTF">2024-12-05T03:12:20Z</dcterms:created>
  <dcterms:modified xsi:type="dcterms:W3CDTF">2025-12-05T02:13:27Z</dcterms:modified>
</cp:coreProperties>
</file>