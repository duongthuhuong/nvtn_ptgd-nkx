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5" r:id="rId2"/>
  </p:sldMasterIdLst>
  <p:notesMasterIdLst>
    <p:notesMasterId r:id="rId11"/>
  </p:notesMasterIdLst>
  <p:sldIdLst>
    <p:sldId id="257" r:id="rId3"/>
    <p:sldId id="2147481575" r:id="rId4"/>
    <p:sldId id="2147481577" r:id="rId5"/>
    <p:sldId id="2147481578" r:id="rId6"/>
    <p:sldId id="2147481580" r:id="rId7"/>
    <p:sldId id="2147481579" r:id="rId8"/>
    <p:sldId id="2147481582" r:id="rId9"/>
    <p:sldId id="2147481581" r:id="rId10"/>
  </p:sldIdLst>
  <p:sldSz cx="12192000" cy="6858000"/>
  <p:notesSz cx="6797675" cy="9926638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FF"/>
    <a:srgbClr val="0033CC"/>
    <a:srgbClr val="003BB0"/>
    <a:srgbClr val="2CAEAB"/>
    <a:srgbClr val="00FFFF"/>
    <a:srgbClr val="89FFB0"/>
    <a:srgbClr val="66FF99"/>
    <a:srgbClr val="66FFCC"/>
    <a:srgbClr val="EBF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622928-46B2-40C8-94E2-368E024F7AD9}" v="9" dt="2025-11-26T02:28:48.0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378" autoAdjust="0"/>
  </p:normalViewPr>
  <p:slideViewPr>
    <p:cSldViewPr snapToGrid="0">
      <p:cViewPr varScale="1">
        <p:scale>
          <a:sx n="140" d="100"/>
          <a:sy n="140" d="100"/>
        </p:scale>
        <p:origin x="105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gs" Target="tags/tag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en Trong Nguyen" userId="3a2798d5-50dd-4d58-a347-d6ff8b5347c3" providerId="ADAL" clId="{17622928-46B2-40C8-94E2-368E024F7AD9}"/>
    <pc:docChg chg="undo redo custSel addSld delSld modSld sldOrd addMainMaster delMainMaster">
      <pc:chgData name="Nguyen Trong Nguyen" userId="3a2798d5-50dd-4d58-a347-d6ff8b5347c3" providerId="ADAL" clId="{17622928-46B2-40C8-94E2-368E024F7AD9}" dt="2025-11-26T02:29:48.807" v="100" actId="20577"/>
      <pc:docMkLst>
        <pc:docMk/>
      </pc:docMkLst>
      <pc:sldChg chg="del">
        <pc:chgData name="Nguyen Trong Nguyen" userId="3a2798d5-50dd-4d58-a347-d6ff8b5347c3" providerId="ADAL" clId="{17622928-46B2-40C8-94E2-368E024F7AD9}" dt="2025-11-26T02:29:22.077" v="91" actId="47"/>
        <pc:sldMkLst>
          <pc:docMk/>
          <pc:sldMk cId="1890128713" sldId="257"/>
        </pc:sldMkLst>
      </pc:sldChg>
      <pc:sldChg chg="del">
        <pc:chgData name="Nguyen Trong Nguyen" userId="3a2798d5-50dd-4d58-a347-d6ff8b5347c3" providerId="ADAL" clId="{17622928-46B2-40C8-94E2-368E024F7AD9}" dt="2025-11-26T02:29:22.077" v="91" actId="47"/>
        <pc:sldMkLst>
          <pc:docMk/>
          <pc:sldMk cId="0" sldId="2147481462"/>
        </pc:sldMkLst>
      </pc:sldChg>
      <pc:sldChg chg="del">
        <pc:chgData name="Nguyen Trong Nguyen" userId="3a2798d5-50dd-4d58-a347-d6ff8b5347c3" providerId="ADAL" clId="{17622928-46B2-40C8-94E2-368E024F7AD9}" dt="2025-11-26T02:29:22.077" v="91" actId="47"/>
        <pc:sldMkLst>
          <pc:docMk/>
          <pc:sldMk cId="1687323971" sldId="2147481529"/>
        </pc:sldMkLst>
      </pc:sldChg>
      <pc:sldChg chg="modSp add del mod">
        <pc:chgData name="Nguyen Trong Nguyen" userId="3a2798d5-50dd-4d58-a347-d6ff8b5347c3" providerId="ADAL" clId="{17622928-46B2-40C8-94E2-368E024F7AD9}" dt="2025-11-26T02:29:48.807" v="100" actId="20577"/>
        <pc:sldMkLst>
          <pc:docMk/>
          <pc:sldMk cId="685170214" sldId="2147481542"/>
        </pc:sldMkLst>
        <pc:spChg chg="mod">
          <ac:chgData name="Nguyen Trong Nguyen" userId="3a2798d5-50dd-4d58-a347-d6ff8b5347c3" providerId="ADAL" clId="{17622928-46B2-40C8-94E2-368E024F7AD9}" dt="2025-11-26T02:29:48.807" v="100" actId="20577"/>
          <ac:spMkLst>
            <pc:docMk/>
            <pc:sldMk cId="685170214" sldId="2147481542"/>
            <ac:spMk id="5" creationId="{31F6FB25-AB95-4B64-3D8D-78CBA7ED1FF8}"/>
          </ac:spMkLst>
        </pc:spChg>
      </pc:sldChg>
      <pc:sldChg chg="modSp mod ord">
        <pc:chgData name="Nguyen Trong Nguyen" userId="3a2798d5-50dd-4d58-a347-d6ff8b5347c3" providerId="ADAL" clId="{17622928-46B2-40C8-94E2-368E024F7AD9}" dt="2025-11-26T02:28:56.752" v="88"/>
        <pc:sldMkLst>
          <pc:docMk/>
          <pc:sldMk cId="3053543947" sldId="2147481544"/>
        </pc:sldMkLst>
        <pc:graphicFrameChg chg="mod modGraphic">
          <ac:chgData name="Nguyen Trong Nguyen" userId="3a2798d5-50dd-4d58-a347-d6ff8b5347c3" providerId="ADAL" clId="{17622928-46B2-40C8-94E2-368E024F7AD9}" dt="2025-11-26T02:10:29.876" v="1" actId="14100"/>
          <ac:graphicFrameMkLst>
            <pc:docMk/>
            <pc:sldMk cId="3053543947" sldId="2147481544"/>
            <ac:graphicFrameMk id="8" creationId="{2BD36C40-4604-9A0F-AB3A-091A1FA8F958}"/>
          </ac:graphicFrameMkLst>
        </pc:graphicFrameChg>
      </pc:sldChg>
      <pc:sldChg chg="del">
        <pc:chgData name="Nguyen Trong Nguyen" userId="3a2798d5-50dd-4d58-a347-d6ff8b5347c3" providerId="ADAL" clId="{17622928-46B2-40C8-94E2-368E024F7AD9}" dt="2025-11-26T02:29:29.348" v="92" actId="47"/>
        <pc:sldMkLst>
          <pc:docMk/>
          <pc:sldMk cId="2616410261" sldId="2147481546"/>
        </pc:sldMkLst>
      </pc:sldChg>
      <pc:sldChg chg="del">
        <pc:chgData name="Nguyen Trong Nguyen" userId="3a2798d5-50dd-4d58-a347-d6ff8b5347c3" providerId="ADAL" clId="{17622928-46B2-40C8-94E2-368E024F7AD9}" dt="2025-11-26T02:29:29.348" v="92" actId="47"/>
        <pc:sldMkLst>
          <pc:docMk/>
          <pc:sldMk cId="70710375" sldId="2147481547"/>
        </pc:sldMkLst>
      </pc:sldChg>
      <pc:sldChg chg="del">
        <pc:chgData name="Nguyen Trong Nguyen" userId="3a2798d5-50dd-4d58-a347-d6ff8b5347c3" providerId="ADAL" clId="{17622928-46B2-40C8-94E2-368E024F7AD9}" dt="2025-11-26T02:29:29.348" v="92" actId="47"/>
        <pc:sldMkLst>
          <pc:docMk/>
          <pc:sldMk cId="889314121" sldId="2147481548"/>
        </pc:sldMkLst>
      </pc:sldChg>
      <pc:sldChg chg="addSp delSp modSp del mod">
        <pc:chgData name="Nguyen Trong Nguyen" userId="3a2798d5-50dd-4d58-a347-d6ff8b5347c3" providerId="ADAL" clId="{17622928-46B2-40C8-94E2-368E024F7AD9}" dt="2025-11-26T02:27:26.562" v="77" actId="2696"/>
        <pc:sldMkLst>
          <pc:docMk/>
          <pc:sldMk cId="775849310" sldId="2147481549"/>
        </pc:sldMkLst>
        <pc:spChg chg="mod">
          <ac:chgData name="Nguyen Trong Nguyen" userId="3a2798d5-50dd-4d58-a347-d6ff8b5347c3" providerId="ADAL" clId="{17622928-46B2-40C8-94E2-368E024F7AD9}" dt="2025-11-26T02:16:24.786" v="65" actId="179"/>
          <ac:spMkLst>
            <pc:docMk/>
            <pc:sldMk cId="775849310" sldId="2147481549"/>
            <ac:spMk id="2" creationId="{75861685-9794-3902-4E21-7CA966B5C3C7}"/>
          </ac:spMkLst>
        </pc:spChg>
        <pc:graphicFrameChg chg="add del mod modGraphic">
          <ac:chgData name="Nguyen Trong Nguyen" userId="3a2798d5-50dd-4d58-a347-d6ff8b5347c3" providerId="ADAL" clId="{17622928-46B2-40C8-94E2-368E024F7AD9}" dt="2025-11-26T02:26:55.896" v="72" actId="478"/>
          <ac:graphicFrameMkLst>
            <pc:docMk/>
            <pc:sldMk cId="775849310" sldId="2147481549"/>
            <ac:graphicFrameMk id="3" creationId="{2C6EF219-03D1-6827-6173-C7FAAC549C94}"/>
          </ac:graphicFrameMkLst>
        </pc:graphicFrameChg>
      </pc:sldChg>
      <pc:sldChg chg="del">
        <pc:chgData name="Nguyen Trong Nguyen" userId="3a2798d5-50dd-4d58-a347-d6ff8b5347c3" providerId="ADAL" clId="{17622928-46B2-40C8-94E2-368E024F7AD9}" dt="2025-11-26T02:29:22.077" v="91" actId="47"/>
        <pc:sldMkLst>
          <pc:docMk/>
          <pc:sldMk cId="276204420" sldId="2147481552"/>
        </pc:sldMkLst>
      </pc:sldChg>
      <pc:sldChg chg="del">
        <pc:chgData name="Nguyen Trong Nguyen" userId="3a2798d5-50dd-4d58-a347-d6ff8b5347c3" providerId="ADAL" clId="{17622928-46B2-40C8-94E2-368E024F7AD9}" dt="2025-11-26T02:29:22.077" v="91" actId="47"/>
        <pc:sldMkLst>
          <pc:docMk/>
          <pc:sldMk cId="3489666042" sldId="2147481553"/>
        </pc:sldMkLst>
      </pc:sldChg>
      <pc:sldChg chg="del">
        <pc:chgData name="Nguyen Trong Nguyen" userId="3a2798d5-50dd-4d58-a347-d6ff8b5347c3" providerId="ADAL" clId="{17622928-46B2-40C8-94E2-368E024F7AD9}" dt="2025-11-26T02:29:22.077" v="91" actId="47"/>
        <pc:sldMkLst>
          <pc:docMk/>
          <pc:sldMk cId="1324166367" sldId="2147481555"/>
        </pc:sldMkLst>
      </pc:sldChg>
      <pc:sldChg chg="del">
        <pc:chgData name="Nguyen Trong Nguyen" userId="3a2798d5-50dd-4d58-a347-d6ff8b5347c3" providerId="ADAL" clId="{17622928-46B2-40C8-94E2-368E024F7AD9}" dt="2025-11-26T02:29:22.077" v="91" actId="47"/>
        <pc:sldMkLst>
          <pc:docMk/>
          <pc:sldMk cId="2278617491" sldId="2147481556"/>
        </pc:sldMkLst>
      </pc:sldChg>
      <pc:sldChg chg="del">
        <pc:chgData name="Nguyen Trong Nguyen" userId="3a2798d5-50dd-4d58-a347-d6ff8b5347c3" providerId="ADAL" clId="{17622928-46B2-40C8-94E2-368E024F7AD9}" dt="2025-11-26T02:29:22.077" v="91" actId="47"/>
        <pc:sldMkLst>
          <pc:docMk/>
          <pc:sldMk cId="3180674274" sldId="2147481558"/>
        </pc:sldMkLst>
      </pc:sldChg>
      <pc:sldChg chg="del">
        <pc:chgData name="Nguyen Trong Nguyen" userId="3a2798d5-50dd-4d58-a347-d6ff8b5347c3" providerId="ADAL" clId="{17622928-46B2-40C8-94E2-368E024F7AD9}" dt="2025-11-26T02:29:22.077" v="91" actId="47"/>
        <pc:sldMkLst>
          <pc:docMk/>
          <pc:sldMk cId="4199557702" sldId="2147481559"/>
        </pc:sldMkLst>
      </pc:sldChg>
      <pc:sldChg chg="del">
        <pc:chgData name="Nguyen Trong Nguyen" userId="3a2798d5-50dd-4d58-a347-d6ff8b5347c3" providerId="ADAL" clId="{17622928-46B2-40C8-94E2-368E024F7AD9}" dt="2025-11-26T02:29:22.077" v="91" actId="47"/>
        <pc:sldMkLst>
          <pc:docMk/>
          <pc:sldMk cId="385242262" sldId="2147481560"/>
        </pc:sldMkLst>
      </pc:sldChg>
      <pc:sldChg chg="del">
        <pc:chgData name="Nguyen Trong Nguyen" userId="3a2798d5-50dd-4d58-a347-d6ff8b5347c3" providerId="ADAL" clId="{17622928-46B2-40C8-94E2-368E024F7AD9}" dt="2025-11-26T02:29:22.077" v="91" actId="47"/>
        <pc:sldMkLst>
          <pc:docMk/>
          <pc:sldMk cId="3276097567" sldId="2147481561"/>
        </pc:sldMkLst>
      </pc:sldChg>
      <pc:sldChg chg="del">
        <pc:chgData name="Nguyen Trong Nguyen" userId="3a2798d5-50dd-4d58-a347-d6ff8b5347c3" providerId="ADAL" clId="{17622928-46B2-40C8-94E2-368E024F7AD9}" dt="2025-11-26T02:29:22.077" v="91" actId="47"/>
        <pc:sldMkLst>
          <pc:docMk/>
          <pc:sldMk cId="983044050" sldId="2147481562"/>
        </pc:sldMkLst>
      </pc:sldChg>
      <pc:sldChg chg="del">
        <pc:chgData name="Nguyen Trong Nguyen" userId="3a2798d5-50dd-4d58-a347-d6ff8b5347c3" providerId="ADAL" clId="{17622928-46B2-40C8-94E2-368E024F7AD9}" dt="2025-11-26T02:29:22.077" v="91" actId="47"/>
        <pc:sldMkLst>
          <pc:docMk/>
          <pc:sldMk cId="991406587" sldId="2147481563"/>
        </pc:sldMkLst>
      </pc:sldChg>
      <pc:sldChg chg="del">
        <pc:chgData name="Nguyen Trong Nguyen" userId="3a2798d5-50dd-4d58-a347-d6ff8b5347c3" providerId="ADAL" clId="{17622928-46B2-40C8-94E2-368E024F7AD9}" dt="2025-11-26T02:29:22.077" v="91" actId="47"/>
        <pc:sldMkLst>
          <pc:docMk/>
          <pc:sldMk cId="1315147849" sldId="2147481564"/>
        </pc:sldMkLst>
      </pc:sldChg>
      <pc:sldChg chg="del">
        <pc:chgData name="Nguyen Trong Nguyen" userId="3a2798d5-50dd-4d58-a347-d6ff8b5347c3" providerId="ADAL" clId="{17622928-46B2-40C8-94E2-368E024F7AD9}" dt="2025-11-26T02:29:22.077" v="91" actId="47"/>
        <pc:sldMkLst>
          <pc:docMk/>
          <pc:sldMk cId="208974444" sldId="2147481565"/>
        </pc:sldMkLst>
      </pc:sldChg>
      <pc:sldChg chg="del">
        <pc:chgData name="Nguyen Trong Nguyen" userId="3a2798d5-50dd-4d58-a347-d6ff8b5347c3" providerId="ADAL" clId="{17622928-46B2-40C8-94E2-368E024F7AD9}" dt="2025-11-26T02:29:22.077" v="91" actId="47"/>
        <pc:sldMkLst>
          <pc:docMk/>
          <pc:sldMk cId="16950140" sldId="2147481566"/>
        </pc:sldMkLst>
      </pc:sldChg>
      <pc:sldChg chg="del">
        <pc:chgData name="Nguyen Trong Nguyen" userId="3a2798d5-50dd-4d58-a347-d6ff8b5347c3" providerId="ADAL" clId="{17622928-46B2-40C8-94E2-368E024F7AD9}" dt="2025-11-26T02:29:22.077" v="91" actId="47"/>
        <pc:sldMkLst>
          <pc:docMk/>
          <pc:sldMk cId="683043133" sldId="2147481567"/>
        </pc:sldMkLst>
      </pc:sldChg>
      <pc:sldChg chg="del">
        <pc:chgData name="Nguyen Trong Nguyen" userId="3a2798d5-50dd-4d58-a347-d6ff8b5347c3" providerId="ADAL" clId="{17622928-46B2-40C8-94E2-368E024F7AD9}" dt="2025-11-26T02:29:22.077" v="91" actId="47"/>
        <pc:sldMkLst>
          <pc:docMk/>
          <pc:sldMk cId="3331645108" sldId="2147481568"/>
        </pc:sldMkLst>
      </pc:sldChg>
      <pc:sldChg chg="del">
        <pc:chgData name="Nguyen Trong Nguyen" userId="3a2798d5-50dd-4d58-a347-d6ff8b5347c3" providerId="ADAL" clId="{17622928-46B2-40C8-94E2-368E024F7AD9}" dt="2025-11-26T02:29:22.077" v="91" actId="47"/>
        <pc:sldMkLst>
          <pc:docMk/>
          <pc:sldMk cId="2859158778" sldId="2147481569"/>
        </pc:sldMkLst>
      </pc:sldChg>
      <pc:sldChg chg="del">
        <pc:chgData name="Nguyen Trong Nguyen" userId="3a2798d5-50dd-4d58-a347-d6ff8b5347c3" providerId="ADAL" clId="{17622928-46B2-40C8-94E2-368E024F7AD9}" dt="2025-11-26T02:29:22.077" v="91" actId="47"/>
        <pc:sldMkLst>
          <pc:docMk/>
          <pc:sldMk cId="273119215" sldId="2147481570"/>
        </pc:sldMkLst>
      </pc:sldChg>
      <pc:sldChg chg="del">
        <pc:chgData name="Nguyen Trong Nguyen" userId="3a2798d5-50dd-4d58-a347-d6ff8b5347c3" providerId="ADAL" clId="{17622928-46B2-40C8-94E2-368E024F7AD9}" dt="2025-11-26T02:29:22.077" v="91" actId="47"/>
        <pc:sldMkLst>
          <pc:docMk/>
          <pc:sldMk cId="3691558293" sldId="2147481571"/>
        </pc:sldMkLst>
      </pc:sldChg>
      <pc:sldChg chg="del">
        <pc:chgData name="Nguyen Trong Nguyen" userId="3a2798d5-50dd-4d58-a347-d6ff8b5347c3" providerId="ADAL" clId="{17622928-46B2-40C8-94E2-368E024F7AD9}" dt="2025-11-26T02:29:29.348" v="92" actId="47"/>
        <pc:sldMkLst>
          <pc:docMk/>
          <pc:sldMk cId="2358609989" sldId="2147481572"/>
        </pc:sldMkLst>
      </pc:sldChg>
      <pc:sldChg chg="modSp add del mod">
        <pc:chgData name="Nguyen Trong Nguyen" userId="3a2798d5-50dd-4d58-a347-d6ff8b5347c3" providerId="ADAL" clId="{17622928-46B2-40C8-94E2-368E024F7AD9}" dt="2025-11-26T02:27:37.362" v="78" actId="2696"/>
        <pc:sldMkLst>
          <pc:docMk/>
          <pc:sldMk cId="335487827" sldId="2147481574"/>
        </pc:sldMkLst>
        <pc:spChg chg="mod">
          <ac:chgData name="Nguyen Trong Nguyen" userId="3a2798d5-50dd-4d58-a347-d6ff8b5347c3" providerId="ADAL" clId="{17622928-46B2-40C8-94E2-368E024F7AD9}" dt="2025-11-26T02:14:02.261" v="58" actId="6549"/>
          <ac:spMkLst>
            <pc:docMk/>
            <pc:sldMk cId="335487827" sldId="2147481574"/>
            <ac:spMk id="2" creationId="{46EBF4E0-69B8-FA0E-BCF9-4E80C42DB05F}"/>
          </ac:spMkLst>
        </pc:spChg>
      </pc:sldChg>
      <pc:sldChg chg="addSp delSp modSp add mod">
        <pc:chgData name="Nguyen Trong Nguyen" userId="3a2798d5-50dd-4d58-a347-d6ff8b5347c3" providerId="ADAL" clId="{17622928-46B2-40C8-94E2-368E024F7AD9}" dt="2025-11-26T02:27:17.066" v="76" actId="6549"/>
        <pc:sldMkLst>
          <pc:docMk/>
          <pc:sldMk cId="2009058466" sldId="2147481575"/>
        </pc:sldMkLst>
        <pc:spChg chg="mod">
          <ac:chgData name="Nguyen Trong Nguyen" userId="3a2798d5-50dd-4d58-a347-d6ff8b5347c3" providerId="ADAL" clId="{17622928-46B2-40C8-94E2-368E024F7AD9}" dt="2025-11-26T02:27:17.066" v="76" actId="6549"/>
          <ac:spMkLst>
            <pc:docMk/>
            <pc:sldMk cId="2009058466" sldId="2147481575"/>
            <ac:spMk id="2" creationId="{742D1448-4CC4-BAAF-FDD7-C314A26CB167}"/>
          </ac:spMkLst>
        </pc:spChg>
        <pc:spChg chg="add mod">
          <ac:chgData name="Nguyen Trong Nguyen" userId="3a2798d5-50dd-4d58-a347-d6ff8b5347c3" providerId="ADAL" clId="{17622928-46B2-40C8-94E2-368E024F7AD9}" dt="2025-11-26T02:27:13.508" v="75" actId="1076"/>
          <ac:spMkLst>
            <pc:docMk/>
            <pc:sldMk cId="2009058466" sldId="2147481575"/>
            <ac:spMk id="7" creationId="{AC360E26-C93F-FA9C-C5DE-17DE60DCB3D8}"/>
          </ac:spMkLst>
        </pc:spChg>
        <pc:graphicFrameChg chg="del">
          <ac:chgData name="Nguyen Trong Nguyen" userId="3a2798d5-50dd-4d58-a347-d6ff8b5347c3" providerId="ADAL" clId="{17622928-46B2-40C8-94E2-368E024F7AD9}" dt="2025-11-26T02:27:05.799" v="73" actId="478"/>
          <ac:graphicFrameMkLst>
            <pc:docMk/>
            <pc:sldMk cId="2009058466" sldId="2147481575"/>
            <ac:graphicFrameMk id="3" creationId="{67ADABFF-9A61-139B-3B7B-349979FB64FE}"/>
          </ac:graphicFrameMkLst>
        </pc:graphicFrameChg>
      </pc:sldChg>
      <pc:sldChg chg="addSp delSp modSp add mod">
        <pc:chgData name="Nguyen Trong Nguyen" userId="3a2798d5-50dd-4d58-a347-d6ff8b5347c3" providerId="ADAL" clId="{17622928-46B2-40C8-94E2-368E024F7AD9}" dt="2025-11-26T02:29:38.434" v="95" actId="1076"/>
        <pc:sldMkLst>
          <pc:docMk/>
          <pc:sldMk cId="376700667" sldId="2147481576"/>
        </pc:sldMkLst>
        <pc:spChg chg="del">
          <ac:chgData name="Nguyen Trong Nguyen" userId="3a2798d5-50dd-4d58-a347-d6ff8b5347c3" providerId="ADAL" clId="{17622928-46B2-40C8-94E2-368E024F7AD9}" dt="2025-11-26T02:27:45.827" v="80" actId="478"/>
          <ac:spMkLst>
            <pc:docMk/>
            <pc:sldMk cId="376700667" sldId="2147481576"/>
            <ac:spMk id="2" creationId="{6D135159-83A0-DC27-1954-1F9E2896215D}"/>
          </ac:spMkLst>
        </pc:spChg>
        <pc:spChg chg="del">
          <ac:chgData name="Nguyen Trong Nguyen" userId="3a2798d5-50dd-4d58-a347-d6ff8b5347c3" providerId="ADAL" clId="{17622928-46B2-40C8-94E2-368E024F7AD9}" dt="2025-11-26T02:27:48.211" v="81" actId="478"/>
          <ac:spMkLst>
            <pc:docMk/>
            <pc:sldMk cId="376700667" sldId="2147481576"/>
            <ac:spMk id="7" creationId="{9BEC789E-7906-3FBF-7945-9DFE45133249}"/>
          </ac:spMkLst>
        </pc:spChg>
        <pc:graphicFrameChg chg="add mod">
          <ac:chgData name="Nguyen Trong Nguyen" userId="3a2798d5-50dd-4d58-a347-d6ff8b5347c3" providerId="ADAL" clId="{17622928-46B2-40C8-94E2-368E024F7AD9}" dt="2025-11-26T02:27:55.506" v="82"/>
          <ac:graphicFrameMkLst>
            <pc:docMk/>
            <pc:sldMk cId="376700667" sldId="2147481576"/>
            <ac:graphicFrameMk id="3" creationId="{538099F8-20B8-0F48-8D86-AA61105252CD}"/>
          </ac:graphicFrameMkLst>
        </pc:graphicFrameChg>
        <pc:graphicFrameChg chg="add mod">
          <ac:chgData name="Nguyen Trong Nguyen" userId="3a2798d5-50dd-4d58-a347-d6ff8b5347c3" providerId="ADAL" clId="{17622928-46B2-40C8-94E2-368E024F7AD9}" dt="2025-11-26T02:28:07.889" v="83"/>
          <ac:graphicFrameMkLst>
            <pc:docMk/>
            <pc:sldMk cId="376700667" sldId="2147481576"/>
            <ac:graphicFrameMk id="8" creationId="{343B651B-ADB5-94AD-F964-D5C5DE404C5D}"/>
          </ac:graphicFrameMkLst>
        </pc:graphicFrameChg>
        <pc:graphicFrameChg chg="add mod">
          <ac:chgData name="Nguyen Trong Nguyen" userId="3a2798d5-50dd-4d58-a347-d6ff8b5347c3" providerId="ADAL" clId="{17622928-46B2-40C8-94E2-368E024F7AD9}" dt="2025-11-26T02:28:31.580" v="84"/>
          <ac:graphicFrameMkLst>
            <pc:docMk/>
            <pc:sldMk cId="376700667" sldId="2147481576"/>
            <ac:graphicFrameMk id="10" creationId="{341F340B-28D0-7236-D336-D5BECE4C9F47}"/>
          </ac:graphicFrameMkLst>
        </pc:graphicFrameChg>
        <pc:graphicFrameChg chg="add mod modGraphic">
          <ac:chgData name="Nguyen Trong Nguyen" userId="3a2798d5-50dd-4d58-a347-d6ff8b5347c3" providerId="ADAL" clId="{17622928-46B2-40C8-94E2-368E024F7AD9}" dt="2025-11-26T02:29:38.434" v="95" actId="1076"/>
          <ac:graphicFrameMkLst>
            <pc:docMk/>
            <pc:sldMk cId="376700667" sldId="2147481576"/>
            <ac:graphicFrameMk id="11" creationId="{26D1C6E8-79E7-A77B-5A22-321C0D151977}"/>
          </ac:graphicFrameMkLst>
        </pc:graphicFrameChg>
      </pc:sldChg>
      <pc:sldMasterChg chg="del delSldLayout">
        <pc:chgData name="Nguyen Trong Nguyen" userId="3a2798d5-50dd-4d58-a347-d6ff8b5347c3" providerId="ADAL" clId="{17622928-46B2-40C8-94E2-368E024F7AD9}" dt="2025-11-26T02:29:22.077" v="91" actId="47"/>
        <pc:sldMasterMkLst>
          <pc:docMk/>
          <pc:sldMasterMk cId="618726249" sldId="2147483660"/>
        </pc:sldMasterMkLst>
        <pc:sldLayoutChg chg="del">
          <pc:chgData name="Nguyen Trong Nguyen" userId="3a2798d5-50dd-4d58-a347-d6ff8b5347c3" providerId="ADAL" clId="{17622928-46B2-40C8-94E2-368E024F7AD9}" dt="2025-11-26T02:29:22.077" v="91" actId="47"/>
          <pc:sldLayoutMkLst>
            <pc:docMk/>
            <pc:sldMasterMk cId="618726249" sldId="2147483660"/>
            <pc:sldLayoutMk cId="363465706" sldId="2147483661"/>
          </pc:sldLayoutMkLst>
        </pc:sldLayoutChg>
        <pc:sldLayoutChg chg="del">
          <pc:chgData name="Nguyen Trong Nguyen" userId="3a2798d5-50dd-4d58-a347-d6ff8b5347c3" providerId="ADAL" clId="{17622928-46B2-40C8-94E2-368E024F7AD9}" dt="2025-11-26T02:29:22.077" v="91" actId="47"/>
          <pc:sldLayoutMkLst>
            <pc:docMk/>
            <pc:sldMasterMk cId="618726249" sldId="2147483660"/>
            <pc:sldLayoutMk cId="877070113" sldId="2147483662"/>
          </pc:sldLayoutMkLst>
        </pc:sldLayoutChg>
        <pc:sldLayoutChg chg="del">
          <pc:chgData name="Nguyen Trong Nguyen" userId="3a2798d5-50dd-4d58-a347-d6ff8b5347c3" providerId="ADAL" clId="{17622928-46B2-40C8-94E2-368E024F7AD9}" dt="2025-11-26T02:29:22.077" v="91" actId="47"/>
          <pc:sldLayoutMkLst>
            <pc:docMk/>
            <pc:sldMasterMk cId="618726249" sldId="2147483660"/>
            <pc:sldLayoutMk cId="3181084636" sldId="2147483663"/>
          </pc:sldLayoutMkLst>
        </pc:sldLayoutChg>
        <pc:sldLayoutChg chg="del">
          <pc:chgData name="Nguyen Trong Nguyen" userId="3a2798d5-50dd-4d58-a347-d6ff8b5347c3" providerId="ADAL" clId="{17622928-46B2-40C8-94E2-368E024F7AD9}" dt="2025-11-26T02:29:22.077" v="91" actId="47"/>
          <pc:sldLayoutMkLst>
            <pc:docMk/>
            <pc:sldMasterMk cId="618726249" sldId="2147483660"/>
            <pc:sldLayoutMk cId="8472630" sldId="2147483664"/>
          </pc:sldLayoutMkLst>
        </pc:sldLayoutChg>
        <pc:sldLayoutChg chg="del">
          <pc:chgData name="Nguyen Trong Nguyen" userId="3a2798d5-50dd-4d58-a347-d6ff8b5347c3" providerId="ADAL" clId="{17622928-46B2-40C8-94E2-368E024F7AD9}" dt="2025-11-26T02:29:22.077" v="91" actId="47"/>
          <pc:sldLayoutMkLst>
            <pc:docMk/>
            <pc:sldMasterMk cId="618726249" sldId="2147483660"/>
            <pc:sldLayoutMk cId="1385270062" sldId="2147483665"/>
          </pc:sldLayoutMkLst>
        </pc:sldLayoutChg>
        <pc:sldLayoutChg chg="del">
          <pc:chgData name="Nguyen Trong Nguyen" userId="3a2798d5-50dd-4d58-a347-d6ff8b5347c3" providerId="ADAL" clId="{17622928-46B2-40C8-94E2-368E024F7AD9}" dt="2025-11-26T02:29:22.077" v="91" actId="47"/>
          <pc:sldLayoutMkLst>
            <pc:docMk/>
            <pc:sldMasterMk cId="618726249" sldId="2147483660"/>
            <pc:sldLayoutMk cId="2698503324" sldId="2147483666"/>
          </pc:sldLayoutMkLst>
        </pc:sldLayoutChg>
        <pc:sldLayoutChg chg="del">
          <pc:chgData name="Nguyen Trong Nguyen" userId="3a2798d5-50dd-4d58-a347-d6ff8b5347c3" providerId="ADAL" clId="{17622928-46B2-40C8-94E2-368E024F7AD9}" dt="2025-11-26T02:29:22.077" v="91" actId="47"/>
          <pc:sldLayoutMkLst>
            <pc:docMk/>
            <pc:sldMasterMk cId="618726249" sldId="2147483660"/>
            <pc:sldLayoutMk cId="3080417824" sldId="2147483667"/>
          </pc:sldLayoutMkLst>
        </pc:sldLayoutChg>
        <pc:sldLayoutChg chg="del">
          <pc:chgData name="Nguyen Trong Nguyen" userId="3a2798d5-50dd-4d58-a347-d6ff8b5347c3" providerId="ADAL" clId="{17622928-46B2-40C8-94E2-368E024F7AD9}" dt="2025-11-26T02:29:22.077" v="91" actId="47"/>
          <pc:sldLayoutMkLst>
            <pc:docMk/>
            <pc:sldMasterMk cId="618726249" sldId="2147483660"/>
            <pc:sldLayoutMk cId="3969499170" sldId="2147483668"/>
          </pc:sldLayoutMkLst>
        </pc:sldLayoutChg>
        <pc:sldLayoutChg chg="del">
          <pc:chgData name="Nguyen Trong Nguyen" userId="3a2798d5-50dd-4d58-a347-d6ff8b5347c3" providerId="ADAL" clId="{17622928-46B2-40C8-94E2-368E024F7AD9}" dt="2025-11-26T02:29:22.077" v="91" actId="47"/>
          <pc:sldLayoutMkLst>
            <pc:docMk/>
            <pc:sldMasterMk cId="618726249" sldId="2147483660"/>
            <pc:sldLayoutMk cId="2680987359" sldId="2147483669"/>
          </pc:sldLayoutMkLst>
        </pc:sldLayoutChg>
        <pc:sldLayoutChg chg="del">
          <pc:chgData name="Nguyen Trong Nguyen" userId="3a2798d5-50dd-4d58-a347-d6ff8b5347c3" providerId="ADAL" clId="{17622928-46B2-40C8-94E2-368E024F7AD9}" dt="2025-11-26T02:29:22.077" v="91" actId="47"/>
          <pc:sldLayoutMkLst>
            <pc:docMk/>
            <pc:sldMasterMk cId="618726249" sldId="2147483660"/>
            <pc:sldLayoutMk cId="704638169" sldId="2147483670"/>
          </pc:sldLayoutMkLst>
        </pc:sldLayoutChg>
        <pc:sldLayoutChg chg="del">
          <pc:chgData name="Nguyen Trong Nguyen" userId="3a2798d5-50dd-4d58-a347-d6ff8b5347c3" providerId="ADAL" clId="{17622928-46B2-40C8-94E2-368E024F7AD9}" dt="2025-11-26T02:29:22.077" v="91" actId="47"/>
          <pc:sldLayoutMkLst>
            <pc:docMk/>
            <pc:sldMasterMk cId="618726249" sldId="2147483660"/>
            <pc:sldLayoutMk cId="3562538934" sldId="2147483671"/>
          </pc:sldLayoutMkLst>
        </pc:sldLayoutChg>
      </pc:sldMasterChg>
      <pc:sldMasterChg chg="add del addSldLayout delSldLayout">
        <pc:chgData name="Nguyen Trong Nguyen" userId="3a2798d5-50dd-4d58-a347-d6ff8b5347c3" providerId="ADAL" clId="{17622928-46B2-40C8-94E2-368E024F7AD9}" dt="2025-11-26T02:29:02.920" v="90" actId="47"/>
        <pc:sldMasterMkLst>
          <pc:docMk/>
          <pc:sldMasterMk cId="4112902155" sldId="2147483685"/>
        </pc:sldMasterMkLst>
        <pc:sldLayoutChg chg="add del">
          <pc:chgData name="Nguyen Trong Nguyen" userId="3a2798d5-50dd-4d58-a347-d6ff8b5347c3" providerId="ADAL" clId="{17622928-46B2-40C8-94E2-368E024F7AD9}" dt="2025-11-26T02:29:02.920" v="90" actId="47"/>
          <pc:sldLayoutMkLst>
            <pc:docMk/>
            <pc:sldMasterMk cId="4112902155" sldId="2147483685"/>
            <pc:sldLayoutMk cId="1548048298" sldId="2147483686"/>
          </pc:sldLayoutMkLst>
        </pc:sldLayoutChg>
        <pc:sldLayoutChg chg="add del">
          <pc:chgData name="Nguyen Trong Nguyen" userId="3a2798d5-50dd-4d58-a347-d6ff8b5347c3" providerId="ADAL" clId="{17622928-46B2-40C8-94E2-368E024F7AD9}" dt="2025-11-26T02:29:02.920" v="90" actId="47"/>
          <pc:sldLayoutMkLst>
            <pc:docMk/>
            <pc:sldMasterMk cId="4112902155" sldId="2147483685"/>
            <pc:sldLayoutMk cId="248071039" sldId="2147483687"/>
          </pc:sldLayoutMkLst>
        </pc:sldLayoutChg>
        <pc:sldLayoutChg chg="add del">
          <pc:chgData name="Nguyen Trong Nguyen" userId="3a2798d5-50dd-4d58-a347-d6ff8b5347c3" providerId="ADAL" clId="{17622928-46B2-40C8-94E2-368E024F7AD9}" dt="2025-11-26T02:29:02.920" v="90" actId="47"/>
          <pc:sldLayoutMkLst>
            <pc:docMk/>
            <pc:sldMasterMk cId="4112902155" sldId="2147483685"/>
            <pc:sldLayoutMk cId="2206671218" sldId="2147483688"/>
          </pc:sldLayoutMkLst>
        </pc:sldLayoutChg>
        <pc:sldLayoutChg chg="add del">
          <pc:chgData name="Nguyen Trong Nguyen" userId="3a2798d5-50dd-4d58-a347-d6ff8b5347c3" providerId="ADAL" clId="{17622928-46B2-40C8-94E2-368E024F7AD9}" dt="2025-11-26T02:29:02.920" v="90" actId="47"/>
          <pc:sldLayoutMkLst>
            <pc:docMk/>
            <pc:sldMasterMk cId="4112902155" sldId="2147483685"/>
            <pc:sldLayoutMk cId="3555459099" sldId="2147483689"/>
          </pc:sldLayoutMkLst>
        </pc:sldLayoutChg>
        <pc:sldLayoutChg chg="add del">
          <pc:chgData name="Nguyen Trong Nguyen" userId="3a2798d5-50dd-4d58-a347-d6ff8b5347c3" providerId="ADAL" clId="{17622928-46B2-40C8-94E2-368E024F7AD9}" dt="2025-11-26T02:29:02.920" v="90" actId="47"/>
          <pc:sldLayoutMkLst>
            <pc:docMk/>
            <pc:sldMasterMk cId="4112902155" sldId="2147483685"/>
            <pc:sldLayoutMk cId="513346388" sldId="2147483690"/>
          </pc:sldLayoutMkLst>
        </pc:sldLayoutChg>
        <pc:sldLayoutChg chg="add del">
          <pc:chgData name="Nguyen Trong Nguyen" userId="3a2798d5-50dd-4d58-a347-d6ff8b5347c3" providerId="ADAL" clId="{17622928-46B2-40C8-94E2-368E024F7AD9}" dt="2025-11-26T02:29:02.920" v="90" actId="47"/>
          <pc:sldLayoutMkLst>
            <pc:docMk/>
            <pc:sldMasterMk cId="4112902155" sldId="2147483685"/>
            <pc:sldLayoutMk cId="2777171686" sldId="2147483691"/>
          </pc:sldLayoutMkLst>
        </pc:sldLayoutChg>
        <pc:sldLayoutChg chg="add del">
          <pc:chgData name="Nguyen Trong Nguyen" userId="3a2798d5-50dd-4d58-a347-d6ff8b5347c3" providerId="ADAL" clId="{17622928-46B2-40C8-94E2-368E024F7AD9}" dt="2025-11-26T02:29:02.920" v="90" actId="47"/>
          <pc:sldLayoutMkLst>
            <pc:docMk/>
            <pc:sldMasterMk cId="4112902155" sldId="2147483685"/>
            <pc:sldLayoutMk cId="2701948477" sldId="2147483692"/>
          </pc:sldLayoutMkLst>
        </pc:sldLayoutChg>
        <pc:sldLayoutChg chg="add del">
          <pc:chgData name="Nguyen Trong Nguyen" userId="3a2798d5-50dd-4d58-a347-d6ff8b5347c3" providerId="ADAL" clId="{17622928-46B2-40C8-94E2-368E024F7AD9}" dt="2025-11-26T02:29:02.920" v="90" actId="47"/>
          <pc:sldLayoutMkLst>
            <pc:docMk/>
            <pc:sldMasterMk cId="4112902155" sldId="2147483685"/>
            <pc:sldLayoutMk cId="448456844" sldId="2147483693"/>
          </pc:sldLayoutMkLst>
        </pc:sldLayoutChg>
        <pc:sldLayoutChg chg="add del">
          <pc:chgData name="Nguyen Trong Nguyen" userId="3a2798d5-50dd-4d58-a347-d6ff8b5347c3" providerId="ADAL" clId="{17622928-46B2-40C8-94E2-368E024F7AD9}" dt="2025-11-26T02:29:02.920" v="90" actId="47"/>
          <pc:sldLayoutMkLst>
            <pc:docMk/>
            <pc:sldMasterMk cId="4112902155" sldId="2147483685"/>
            <pc:sldLayoutMk cId="3603697909" sldId="2147483694"/>
          </pc:sldLayoutMkLst>
        </pc:sldLayoutChg>
        <pc:sldLayoutChg chg="add del">
          <pc:chgData name="Nguyen Trong Nguyen" userId="3a2798d5-50dd-4d58-a347-d6ff8b5347c3" providerId="ADAL" clId="{17622928-46B2-40C8-94E2-368E024F7AD9}" dt="2025-11-26T02:29:02.920" v="90" actId="47"/>
          <pc:sldLayoutMkLst>
            <pc:docMk/>
            <pc:sldMasterMk cId="4112902155" sldId="2147483685"/>
            <pc:sldLayoutMk cId="2800298934" sldId="2147483695"/>
          </pc:sldLayoutMkLst>
        </pc:sldLayoutChg>
        <pc:sldLayoutChg chg="add del">
          <pc:chgData name="Nguyen Trong Nguyen" userId="3a2798d5-50dd-4d58-a347-d6ff8b5347c3" providerId="ADAL" clId="{17622928-46B2-40C8-94E2-368E024F7AD9}" dt="2025-11-26T02:29:02.920" v="90" actId="47"/>
          <pc:sldLayoutMkLst>
            <pc:docMk/>
            <pc:sldMasterMk cId="4112902155" sldId="2147483685"/>
            <pc:sldLayoutMk cId="2699178454" sldId="214748369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24A850-ECC0-4425-8093-5CC2A5E2FF0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790482-7E24-46F1-B67B-8E747BFFA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648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4EE4A-671C-5DA1-F12D-07D9C1B5B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3946B2-A544-CDA5-4B23-E0370B09E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959AB5-A073-DA19-90BF-C0859BD04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3B800-8B09-C4C3-F22C-EF527C450E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F3CD14-44E1-4AA2-8FF0-B249F2CF2D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0438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45159-9B20-B8FB-C80B-D89C63FFC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3ABDE0-9047-EF2C-8A1F-8174D1A25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11F5FC-6486-BE47-581A-A07341674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4D905-EFB2-7C90-405D-E3287F40A2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F3CD14-44E1-4AA2-8FF0-B249F2CF2D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0402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FABC2-9136-392A-6D91-79EDD4F86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D41BF1-AA86-06E2-70C0-B68B1C6A7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D642D7-2DE0-D7C2-3747-D6102A6C8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7B5269-5526-1B46-6723-1CD0307A2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F3CD14-44E1-4AA2-8FF0-B249F2CF2D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5360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49081-40AF-CD3C-C427-B210AEDAE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68AC68-1135-A0FB-546A-4F357E8B83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ECD76F-E755-0D7E-ED0C-B8292BEA7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663EA-A1C1-BA66-DABC-B30496913C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F3CD14-44E1-4AA2-8FF0-B249F2CF2D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4200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6E776-5772-8CF7-E112-81F3385FC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CB0840-8803-B363-89DE-78A3E62C1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21F350-77C1-C923-91B7-72F5B0284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574B9-9074-A90A-E33A-16C04C9DDA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F3CD14-44E1-4AA2-8FF0-B249F2CF2D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6781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2C36A-C63E-E7AC-D92D-C841591CB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2F8594-6FC2-93F3-8DF7-D9A169383C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638906-3871-AABB-E783-47AE080C2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D72D5-7D6D-2CC5-B499-756CA63037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F3CD14-44E1-4AA2-8FF0-B249F2CF2D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51889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BC71F-3BFE-25B8-9CF6-D809BEBE2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98FBB1-4742-8A79-E56C-58EF1B51DC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8E4438-CCCE-E193-6702-67E7C5F1C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663F3-622D-83BC-1BD9-673DA48333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F3CD14-44E1-4AA2-8FF0-B249F2CF2D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141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4F636-2386-48C8-BE9F-6EA0B5E698C0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192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782BA-1E86-4D95-B8F0-CAE767A6E18E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218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DB8A4-1642-4DC2-A8BE-85F5058D1666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96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C1BF-7803-4EA0-9647-445ECC807C9A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988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512B5-CFAA-4A59-BC3F-1A868039EAC9}" type="datetime1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73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685F3-5B56-4A90-9A3C-19872C1BCC45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5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2A158-BA79-438A-9BF9-F1BB9D3C3D1E}" type="datetime1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059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51E31-A8A2-4BBA-8BF0-1528F5B8FF3E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604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B4BBF-88AD-4431-B01F-F231A790D861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83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421E4-32A4-484E-8A92-9F4441B608F9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749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A7FD3-518D-4054-B74D-000B0279F67A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124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Main Title &amp; Subtitle" userDrawn="1">
  <p:cSld name="1_Main Title &amp; Sub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1355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4F636-2386-48C8-BE9F-6EA0B5E698C0}" type="datetime1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0482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782BA-1E86-4D95-B8F0-CAE767A6E18E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10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DB8A4-1642-4DC2-A8BE-85F5058D1666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6712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C1BF-7803-4EA0-9647-445ECC807C9A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590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512B5-CFAA-4A59-BC3F-1A868039EAC9}" type="datetime1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3463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685F3-5B56-4A90-9A3C-19872C1BCC45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1716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2A158-BA79-438A-9BF9-F1BB9D3C3D1E}" type="datetime1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9484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51E31-A8A2-4BBA-8BF0-1528F5B8FF3E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4568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B4BBF-88AD-4431-B01F-F231A790D861}" type="datetime1">
              <a:rPr lang="en-US" smtClean="0"/>
              <a:t>12/3/2025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6979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421E4-32A4-484E-8A92-9F4441B608F9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2989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A7FD3-518D-4054-B74D-000B0279F67A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D0C5F-2119-4A21-B36A-0FCD1CDCE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17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6FB9EC-AA6A-40A8-8C9A-A26E776BA3E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E6631-4158-4222-BB5F-DD7E3074E942}" type="slidenum">
              <a:rPr lang="en-GB" smtClean="0"/>
              <a:t>‹#›</a:t>
            </a:fld>
            <a:endParaRPr lang="en-GB"/>
          </a:p>
        </p:txBody>
      </p:sp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A2080961-739A-BF5F-EC3E-F928251DFD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23013892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307" imgH="307" progId="TCLayout.ActiveDocument.1">
                  <p:embed/>
                </p:oleObj>
              </mc:Choice>
              <mc:Fallback>
                <p:oleObj name="think-cell Slide" r:id="rId15" imgW="307" imgH="307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2080961-739A-BF5F-EC3E-F928251DFD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9544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B6FB9EC-AA6A-40A8-8C9A-A26E776BA3E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A9FE6631-4158-4222-BB5F-DD7E3074E942}" type="slidenum">
              <a:rPr lang="en-GB" smtClean="0"/>
              <a:t>‹#›</a:t>
            </a:fld>
            <a:endParaRPr lang="en-GB"/>
          </a:p>
        </p:txBody>
      </p:sp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8C940494-DA75-CCC3-C2E7-D77CD4C3FE5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3013892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307" imgH="307" progId="TCLayout.ActiveDocument.1">
                  <p:embed/>
                </p:oleObj>
              </mc:Choice>
              <mc:Fallback>
                <p:oleObj name="think-cell Slide" r:id="rId15" imgW="307" imgH="307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C940494-DA75-CCC3-C2E7-D77CD4C3FE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29021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-17597"/>
            <a:ext cx="12190476" cy="6866536"/>
          </a:xfrm>
          <a:prstGeom prst="rect">
            <a:avLst/>
          </a:prstGeom>
        </p:spPr>
      </p:pic>
      <p:sp>
        <p:nvSpPr>
          <p:cNvPr id="7" name="TextBox 8"/>
          <p:cNvSpPr txBox="1"/>
          <p:nvPr/>
        </p:nvSpPr>
        <p:spPr>
          <a:xfrm>
            <a:off x="3" y="1343501"/>
            <a:ext cx="12191999" cy="28516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500" b="1" i="0" u="none" strike="noStrike" kern="1200" cap="none" spc="30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nton"/>
                <a:ea typeface="Microsoft YaHei"/>
                <a:cs typeface="Arial"/>
              </a:rPr>
              <a:t>Kế</a:t>
            </a:r>
            <a:r>
              <a:rPr 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nton"/>
                <a:ea typeface="Microsoft YaHei"/>
                <a:cs typeface="Arial"/>
              </a:rPr>
              <a:t> </a:t>
            </a:r>
            <a:r>
              <a:rPr lang="en-US" sz="4500" b="1" i="0" u="none" strike="noStrike" kern="1200" cap="none" spc="30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nton"/>
                <a:ea typeface="Microsoft YaHei"/>
                <a:cs typeface="Arial"/>
              </a:rPr>
              <a:t>Hoạch</a:t>
            </a:r>
            <a:r>
              <a:rPr 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nton"/>
                <a:ea typeface="Microsoft YaHei"/>
                <a:cs typeface="Arial"/>
              </a:rPr>
              <a:t> </a:t>
            </a:r>
            <a:r>
              <a:rPr lang="en-US" sz="4500" b="1" i="0" u="none" strike="noStrike" kern="1200" cap="none" spc="30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nton"/>
                <a:ea typeface="Microsoft YaHei"/>
                <a:cs typeface="Arial"/>
              </a:rPr>
              <a:t>Phát</a:t>
            </a:r>
            <a:r>
              <a:rPr 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nton"/>
                <a:ea typeface="Microsoft YaHei"/>
                <a:cs typeface="Arial"/>
              </a:rPr>
              <a:t> </a:t>
            </a:r>
            <a:r>
              <a:rPr lang="en-US" sz="4500" b="1" i="0" u="none" strike="noStrike" kern="1200" cap="none" spc="30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nton"/>
                <a:ea typeface="Microsoft YaHei"/>
                <a:cs typeface="Arial"/>
              </a:rPr>
              <a:t>Triển</a:t>
            </a:r>
            <a:r>
              <a:rPr 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nton"/>
                <a:ea typeface="Microsoft YaHei"/>
                <a:cs typeface="Arial"/>
              </a:rPr>
              <a:t> </a:t>
            </a:r>
            <a:r>
              <a:rPr lang="en-US" sz="4500" b="1" i="0" u="none" strike="noStrike" kern="1200" cap="none" spc="30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nton"/>
                <a:ea typeface="Microsoft YaHei"/>
                <a:cs typeface="Arial"/>
              </a:rPr>
              <a:t>Cá</a:t>
            </a:r>
            <a:r>
              <a:rPr 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nton"/>
                <a:ea typeface="Microsoft YaHei"/>
                <a:cs typeface="Arial"/>
              </a:rPr>
              <a:t> </a:t>
            </a:r>
            <a:r>
              <a:rPr lang="en-US" sz="4500" b="1" i="0" u="none" strike="noStrike" kern="1200" cap="none" spc="30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nton"/>
                <a:ea typeface="Microsoft YaHei"/>
                <a:cs typeface="Arial"/>
              </a:rPr>
              <a:t>Nhân</a:t>
            </a:r>
            <a:endParaRPr lang="en-US" sz="4500" b="1" spc="3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ton"/>
              <a:ea typeface="Microsoft YaHei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4000" b="1" i="0" u="none" strike="noStrike" kern="1200" cap="none" spc="30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nton"/>
              <a:ea typeface="Microsoft YaHei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1" spc="300" dirty="0"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/>
                <a:ea typeface="Microsoft YaHei"/>
                <a:cs typeface="Arial"/>
              </a:rPr>
              <a:t>Nguyễn Mạnh Tuấn</a:t>
            </a: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nton"/>
                <a:ea typeface="Microsoft YaHei"/>
                <a:cs typeface="Arial"/>
              </a:rPr>
              <a:t>K</a:t>
            </a:r>
            <a:r>
              <a:rPr lang="en-US" sz="3000" b="1" spc="300" dirty="0"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/>
                <a:ea typeface="Microsoft YaHei"/>
                <a:cs typeface="Arial"/>
              </a:rPr>
              <a:t>ỹ </a:t>
            </a:r>
            <a:r>
              <a:rPr lang="en-US" sz="3000" b="1" spc="300" dirty="0" err="1"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/>
                <a:ea typeface="Microsoft YaHei"/>
                <a:cs typeface="Arial"/>
              </a:rPr>
              <a:t>sư</a:t>
            </a:r>
            <a:r>
              <a:rPr lang="en-US" sz="3000" b="1" spc="300" dirty="0"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/>
                <a:ea typeface="Microsoft YaHei"/>
                <a:cs typeface="Arial"/>
              </a:rPr>
              <a:t> </a:t>
            </a:r>
            <a:r>
              <a:rPr lang="en-US" sz="3000" b="1" spc="300" dirty="0" err="1"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/>
                <a:ea typeface="Microsoft YaHei"/>
                <a:cs typeface="Arial"/>
              </a:rPr>
              <a:t>Địa</a:t>
            </a:r>
            <a:r>
              <a:rPr lang="en-US" sz="3000" b="1" spc="300" dirty="0"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/>
                <a:ea typeface="Microsoft YaHei"/>
                <a:cs typeface="Arial"/>
              </a:rPr>
              <a:t> </a:t>
            </a:r>
            <a:r>
              <a:rPr lang="en-US" sz="3000" b="1" spc="300" dirty="0" err="1"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/>
                <a:ea typeface="Microsoft YaHei"/>
                <a:cs typeface="Arial"/>
              </a:rPr>
              <a:t>Vật</a:t>
            </a:r>
            <a:r>
              <a:rPr lang="en-US" sz="3000" b="1" spc="300" dirty="0"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/>
                <a:ea typeface="Microsoft YaHei"/>
                <a:cs typeface="Arial"/>
              </a:rPr>
              <a:t> Lý </a:t>
            </a:r>
            <a:endParaRPr lang="vi-VN" sz="3000" b="1" i="0" u="none" strike="noStrike" kern="1200" cap="none" spc="30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nton"/>
              <a:ea typeface="Microsoft YaHei"/>
              <a:cs typeface="Arial"/>
            </a:endParaRPr>
          </a:p>
        </p:txBody>
      </p:sp>
      <p:sp>
        <p:nvSpPr>
          <p:cNvPr id="8" name="AutoShape 7"/>
          <p:cNvSpPr/>
          <p:nvPr/>
        </p:nvSpPr>
        <p:spPr>
          <a:xfrm>
            <a:off x="3632712" y="4846255"/>
            <a:ext cx="5231377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4800600" y="5323515"/>
            <a:ext cx="42672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Tp. HCM, 12/2025</a:t>
            </a:r>
          </a:p>
        </p:txBody>
      </p:sp>
      <p:pic>
        <p:nvPicPr>
          <p:cNvPr id="4" name="Picture 3" descr="A green and blue logo&#10;&#10;AI-generated content may be incorrect.">
            <a:extLst>
              <a:ext uri="{FF2B5EF4-FFF2-40B4-BE49-F238E27FC236}">
                <a16:creationId xmlns:a16="http://schemas.microsoft.com/office/drawing/2014/main" id="{5FC11218-0138-6E4B-B835-A4ECD214F1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17" y="102213"/>
            <a:ext cx="988853" cy="10119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58FFDB-6B6A-A674-DA20-9619DA5DE9CD}"/>
              </a:ext>
            </a:extLst>
          </p:cNvPr>
          <p:cNvSpPr txBox="1">
            <a:spLocks/>
          </p:cNvSpPr>
          <p:nvPr/>
        </p:nvSpPr>
        <p:spPr>
          <a:xfrm>
            <a:off x="495300" y="1905000"/>
            <a:ext cx="8153400" cy="18288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128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3A88D-C178-A01C-C231-5331E60EE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38DD1159-EBDF-E6E4-6085-4CA6AEEEE4C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7" imgH="307" progId="TCLayout.ActiveDocument.1">
                  <p:embed/>
                </p:oleObj>
              </mc:Choice>
              <mc:Fallback>
                <p:oleObj name="think-cell Slide" r:id="rId4" imgW="307" imgH="307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8DD1159-EBDF-E6E4-6085-4CA6AEEEE4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1">
            <a:extLst>
              <a:ext uri="{FF2B5EF4-FFF2-40B4-BE49-F238E27FC236}">
                <a16:creationId xmlns:a16="http://schemas.microsoft.com/office/drawing/2014/main" id="{A809FDBF-0163-EA98-C390-EE7B7035CE81}"/>
              </a:ext>
            </a:extLst>
          </p:cNvPr>
          <p:cNvSpPr txBox="1"/>
          <p:nvPr/>
        </p:nvSpPr>
        <p:spPr>
          <a:xfrm>
            <a:off x="-152400" y="-71767"/>
            <a:ext cx="4869991" cy="503567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AutoShape 1">
            <a:extLst>
              <a:ext uri="{FF2B5EF4-FFF2-40B4-BE49-F238E27FC236}">
                <a16:creationId xmlns:a16="http://schemas.microsoft.com/office/drawing/2014/main" id="{66F378AA-E0F6-3F7C-F8E3-58DC2CB6034E}"/>
              </a:ext>
            </a:extLst>
          </p:cNvPr>
          <p:cNvSpPr>
            <a:spLocks/>
          </p:cNvSpPr>
          <p:nvPr/>
        </p:nvSpPr>
        <p:spPr bwMode="auto">
          <a:xfrm>
            <a:off x="826293" y="88130"/>
            <a:ext cx="11365707" cy="593524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anchor="ctr"/>
          <a:lstStyle/>
          <a:p>
            <a:pPr marL="0" marR="0" lvl="0" indent="0" algn="ctr" defTabSz="914377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2800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League Gothic" charset="0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54DD536-8D66-BC40-C3F2-809FA1DBA868}"/>
              </a:ext>
            </a:extLst>
          </p:cNvPr>
          <p:cNvSpPr txBox="1">
            <a:spLocks/>
          </p:cNvSpPr>
          <p:nvPr/>
        </p:nvSpPr>
        <p:spPr>
          <a:xfrm>
            <a:off x="11582400" y="6611187"/>
            <a:ext cx="609600" cy="21336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0CFDCA-984A-49CD-9ECB-CD1CAA1CFBB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9" name="Picture 8" descr="A green and blue logo&#10;&#10;AI-generated content may be incorrect.">
            <a:extLst>
              <a:ext uri="{FF2B5EF4-FFF2-40B4-BE49-F238E27FC236}">
                <a16:creationId xmlns:a16="http://schemas.microsoft.com/office/drawing/2014/main" id="{A770F435-6E9B-852C-9282-0CFF460510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18" y="102212"/>
            <a:ext cx="508850" cy="5207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933517-C559-87E8-D03D-F0383EBC92B2}"/>
              </a:ext>
            </a:extLst>
          </p:cNvPr>
          <p:cNvSpPr txBox="1"/>
          <p:nvPr/>
        </p:nvSpPr>
        <p:spPr>
          <a:xfrm>
            <a:off x="3505199" y="200226"/>
            <a:ext cx="66282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BỐI CẢNH VÀ ĐỊNH H</a:t>
            </a:r>
            <a:r>
              <a:rPr lang="vi-V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ƯỚNG CHUNG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CỦA PVEP VÀ TTKT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2536CF-7F4E-2870-3BF3-8330E6719234}"/>
              </a:ext>
            </a:extLst>
          </p:cNvPr>
          <p:cNvSpPr txBox="1"/>
          <p:nvPr/>
        </p:nvSpPr>
        <p:spPr>
          <a:xfrm>
            <a:off x="90917" y="855633"/>
            <a:ext cx="120101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Định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PVEP: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Đảng bộ Tổng công ty Thăm dò Khai thác Dầu khí (PVEP), đánh giá kết quả hoạt động trong nhiệm kỳ 2020-2025 và đề ra phương hướng cho giai đoạn 2025-2030.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4BC51C-DE55-638E-64CF-E6C8AC57882A}"/>
              </a:ext>
            </a:extLst>
          </p:cNvPr>
          <p:cNvSpPr txBox="1"/>
          <p:nvPr/>
        </p:nvSpPr>
        <p:spPr>
          <a:xfrm>
            <a:off x="90917" y="3623938"/>
            <a:ext cx="4785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Định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Trung Tâm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698E92-CD60-A38C-AA5A-71B958443AD6}"/>
              </a:ext>
            </a:extLst>
          </p:cNvPr>
          <p:cNvSpPr txBox="1"/>
          <p:nvPr/>
        </p:nvSpPr>
        <p:spPr>
          <a:xfrm>
            <a:off x="90917" y="1372467"/>
            <a:ext cx="111442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28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27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&gt;= 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Đẩy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hữu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phi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sâu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Sẵn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vốn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13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2025-2030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Trong giai đoạn 2025-2030, PVEP tập trung đầu tư vào các khu vực có lợi thế cạnh tranh, môi trường đầu tư thuận lợi, và tiềm năng dầu khí cao ở các vùng như Asean (Indonesia, Malaysia...), Trung Á (Kazakhstan, Uzbekistan...), và Bắc Phi (Algeria...)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F210D149-0B85-F817-BF72-3F3DB85CC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17" y="3995678"/>
            <a:ext cx="1201016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chuyên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sâu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PVEP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E&amp;P (EPDB)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nhằm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thác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mỏ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hồi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dầu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(IOR/EOR)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lộ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ngắn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khoa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PVEP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PVEP-ITC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mại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Tham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lãnh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do PVEP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đoàn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thăm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dò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thác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dầu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9058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1817B-069D-A9FA-FC49-FA6617DCF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833FB807-DF80-733C-9AD1-D365507D1F5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7" imgH="307" progId="TCLayout.ActiveDocument.1">
                  <p:embed/>
                </p:oleObj>
              </mc:Choice>
              <mc:Fallback>
                <p:oleObj name="think-cell Slide" r:id="rId4" imgW="307" imgH="307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8DD1159-EBDF-E6E4-6085-4CA6AEEEE4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1">
            <a:extLst>
              <a:ext uri="{FF2B5EF4-FFF2-40B4-BE49-F238E27FC236}">
                <a16:creationId xmlns:a16="http://schemas.microsoft.com/office/drawing/2014/main" id="{785E2053-CA22-B98C-A86E-2B1BED2A9F4F}"/>
              </a:ext>
            </a:extLst>
          </p:cNvPr>
          <p:cNvSpPr txBox="1"/>
          <p:nvPr/>
        </p:nvSpPr>
        <p:spPr>
          <a:xfrm>
            <a:off x="-152400" y="-71767"/>
            <a:ext cx="4869991" cy="503567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AutoShape 1">
            <a:extLst>
              <a:ext uri="{FF2B5EF4-FFF2-40B4-BE49-F238E27FC236}">
                <a16:creationId xmlns:a16="http://schemas.microsoft.com/office/drawing/2014/main" id="{72444029-2D0C-F2C2-8A32-4BE163BBC0A0}"/>
              </a:ext>
            </a:extLst>
          </p:cNvPr>
          <p:cNvSpPr>
            <a:spLocks/>
          </p:cNvSpPr>
          <p:nvPr/>
        </p:nvSpPr>
        <p:spPr bwMode="auto">
          <a:xfrm>
            <a:off x="826293" y="88130"/>
            <a:ext cx="11365707" cy="593524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anchor="ctr"/>
          <a:lstStyle/>
          <a:p>
            <a:pPr marL="0" marR="0" lvl="0" indent="0" algn="ctr" defTabSz="914377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2800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League Gothic" charset="0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52B0CE9-BE38-379B-ECE8-EBC5B18B3EF0}"/>
              </a:ext>
            </a:extLst>
          </p:cNvPr>
          <p:cNvSpPr txBox="1">
            <a:spLocks/>
          </p:cNvSpPr>
          <p:nvPr/>
        </p:nvSpPr>
        <p:spPr>
          <a:xfrm>
            <a:off x="11582400" y="6611187"/>
            <a:ext cx="609600" cy="21336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0CFDCA-984A-49CD-9ECB-CD1CAA1CFBB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9" name="Picture 8" descr="A green and blue logo&#10;&#10;AI-generated content may be incorrect.">
            <a:extLst>
              <a:ext uri="{FF2B5EF4-FFF2-40B4-BE49-F238E27FC236}">
                <a16:creationId xmlns:a16="http://schemas.microsoft.com/office/drawing/2014/main" id="{9F1B0B47-1520-9884-DFE7-EDD8B93148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18" y="102212"/>
            <a:ext cx="508850" cy="5207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01987F-38D8-E538-794F-5DF818B844C9}"/>
              </a:ext>
            </a:extLst>
          </p:cNvPr>
          <p:cNvSpPr txBox="1"/>
          <p:nvPr/>
        </p:nvSpPr>
        <p:spPr>
          <a:xfrm>
            <a:off x="1933575" y="200226"/>
            <a:ext cx="8426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Ự</a:t>
            </a: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TRẠNG TRONG TÌM KIẾM- THĂM DÒ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DỰ ÁN MỚI - NƯỚC NGOÀI</a:t>
            </a:r>
            <a:endParaRPr lang="en-US" b="1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19A5EC7-F7C4-FFA4-6552-41F0598D4D4A}"/>
              </a:ext>
            </a:extLst>
          </p:cNvPr>
          <p:cNvSpPr txBox="1">
            <a:spLocks/>
          </p:cNvSpPr>
          <p:nvPr/>
        </p:nvSpPr>
        <p:spPr>
          <a:xfrm>
            <a:off x="257673" y="1220897"/>
            <a:ext cx="11629527" cy="539029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800" dirty="0">
                <a:latin typeface="+mj-lt"/>
              </a:rPr>
              <a:t>Thiếu thông tin địa chất – địa vật lý đáng tin cậy</a:t>
            </a:r>
            <a:r>
              <a:rPr lang="en-US" sz="1800" dirty="0">
                <a:latin typeface="+mj-lt"/>
              </a:rPr>
              <a:t>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lân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vi-V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1800" dirty="0">
                <a:latin typeface="+mj-lt"/>
              </a:rPr>
              <a:t>Dữ liệu đầu vào thường hạn chế hoặc phân tán, chất lượng không đồng đều.</a:t>
            </a:r>
          </a:p>
          <a:p>
            <a:r>
              <a:rPr lang="vi-VN" sz="1800" dirty="0">
                <a:latin typeface="+mj-lt"/>
              </a:rPr>
              <a:t>Nhiều nước yêu cầu mua dữ liệu với chi phí cao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1800" dirty="0">
                <a:latin typeface="+mj-lt"/>
              </a:rPr>
              <a:t>Không tương thích kỹ thuật/chuẩn mực dữ liệu so với Việt Nam, tăng thời gian xử lý – đánh giá.</a:t>
            </a:r>
          </a:p>
          <a:p>
            <a:r>
              <a:rPr lang="vi-VN" sz="1800" dirty="0">
                <a:latin typeface="+mj-lt"/>
              </a:rPr>
              <a:t>Khu vực chưa được thăm dò nhiều → độ bất định lớn về tiềm năng dầu khí.</a:t>
            </a:r>
          </a:p>
          <a:p>
            <a:r>
              <a:rPr lang="vi-VN" sz="1800" dirty="0">
                <a:latin typeface="+mj-lt"/>
              </a:rPr>
              <a:t>Môi trường địa chất phức tạp (deepwater, carbonate, sub-salt</a:t>
            </a:r>
            <a:r>
              <a:rPr lang="en-US" sz="1800" dirty="0">
                <a:latin typeface="+mj-lt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sâu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vi-VN" sz="1800" dirty="0">
                <a:latin typeface="+mj-lt"/>
              </a:rPr>
              <a:t>…) làm tăng chi phí thăm dò.</a:t>
            </a:r>
          </a:p>
          <a:p>
            <a:r>
              <a:rPr lang="vi-VN" sz="1800" dirty="0">
                <a:latin typeface="+mj-lt"/>
              </a:rPr>
              <a:t>Khoan thăm dò ở nước ngoài thường tốn kém gấp nhiều lần so với trong nước.</a:t>
            </a:r>
            <a:endParaRPr lang="en-US" sz="1800" dirty="0">
              <a:latin typeface="+mj-lt"/>
            </a:endParaRPr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          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sư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thách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phi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kĩ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lô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ngắn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2E7F565-9040-0760-136A-67D9E8DEE174}"/>
              </a:ext>
            </a:extLst>
          </p:cNvPr>
          <p:cNvSpPr/>
          <p:nvPr/>
        </p:nvSpPr>
        <p:spPr>
          <a:xfrm>
            <a:off x="422347" y="4135271"/>
            <a:ext cx="354842" cy="2524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075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5F935-DD33-37C0-4516-8D2E3292A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D177A33F-6596-07D9-77CC-447C7C50794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7" imgH="307" progId="TCLayout.ActiveDocument.1">
                  <p:embed/>
                </p:oleObj>
              </mc:Choice>
              <mc:Fallback>
                <p:oleObj name="think-cell Slide" r:id="rId4" imgW="307" imgH="307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8DD1159-EBDF-E6E4-6085-4CA6AEEEE4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1">
            <a:extLst>
              <a:ext uri="{FF2B5EF4-FFF2-40B4-BE49-F238E27FC236}">
                <a16:creationId xmlns:a16="http://schemas.microsoft.com/office/drawing/2014/main" id="{AFBE2F50-335F-2A23-A999-01D3FEB92B87}"/>
              </a:ext>
            </a:extLst>
          </p:cNvPr>
          <p:cNvSpPr txBox="1"/>
          <p:nvPr/>
        </p:nvSpPr>
        <p:spPr>
          <a:xfrm>
            <a:off x="-152400" y="-71767"/>
            <a:ext cx="4869991" cy="503567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AutoShape 1">
            <a:extLst>
              <a:ext uri="{FF2B5EF4-FFF2-40B4-BE49-F238E27FC236}">
                <a16:creationId xmlns:a16="http://schemas.microsoft.com/office/drawing/2014/main" id="{D1089352-A7A3-269F-5DE0-BA7E3F47680D}"/>
              </a:ext>
            </a:extLst>
          </p:cNvPr>
          <p:cNvSpPr>
            <a:spLocks/>
          </p:cNvSpPr>
          <p:nvPr/>
        </p:nvSpPr>
        <p:spPr bwMode="auto">
          <a:xfrm>
            <a:off x="826293" y="88130"/>
            <a:ext cx="11365707" cy="593524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anchor="ctr"/>
          <a:lstStyle/>
          <a:p>
            <a:pPr marL="0" marR="0" lvl="0" indent="0" algn="ctr" defTabSz="914377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2800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League Gothic" charset="0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C5BBD58-4958-FA62-D647-55ED02A3C4CA}"/>
              </a:ext>
            </a:extLst>
          </p:cNvPr>
          <p:cNvSpPr txBox="1">
            <a:spLocks/>
          </p:cNvSpPr>
          <p:nvPr/>
        </p:nvSpPr>
        <p:spPr>
          <a:xfrm>
            <a:off x="11582400" y="6611187"/>
            <a:ext cx="609600" cy="21336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0CFDCA-984A-49CD-9ECB-CD1CAA1CFBB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9" name="Picture 8" descr="A green and blue logo&#10;&#10;AI-generated content may be incorrect.">
            <a:extLst>
              <a:ext uri="{FF2B5EF4-FFF2-40B4-BE49-F238E27FC236}">
                <a16:creationId xmlns:a16="http://schemas.microsoft.com/office/drawing/2014/main" id="{5FB259EE-DA00-8448-2508-465E5E17C9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18" y="102212"/>
            <a:ext cx="508850" cy="5207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B87606-8984-E7A4-E143-51EE053AAD2F}"/>
              </a:ext>
            </a:extLst>
          </p:cNvPr>
          <p:cNvSpPr txBox="1"/>
          <p:nvPr/>
        </p:nvSpPr>
        <p:spPr>
          <a:xfrm>
            <a:off x="3505200" y="200226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ĐÁNH GIÁ NĂNG LỰC CÁ NHÂN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00E8EDD-2A3D-3410-A43F-58D544B005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271651"/>
              </p:ext>
            </p:extLst>
          </p:nvPr>
        </p:nvGraphicFramePr>
        <p:xfrm>
          <a:off x="457199" y="1353344"/>
          <a:ext cx="11365707" cy="52522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22692">
                  <a:extLst>
                    <a:ext uri="{9D8B030D-6E8A-4147-A177-3AD203B41FA5}">
                      <a16:colId xmlns:a16="http://schemas.microsoft.com/office/drawing/2014/main" val="2179755859"/>
                    </a:ext>
                  </a:extLst>
                </a:gridCol>
                <a:gridCol w="1418429">
                  <a:extLst>
                    <a:ext uri="{9D8B030D-6E8A-4147-A177-3AD203B41FA5}">
                      <a16:colId xmlns:a16="http://schemas.microsoft.com/office/drawing/2014/main" val="3036022086"/>
                    </a:ext>
                  </a:extLst>
                </a:gridCol>
                <a:gridCol w="1568314">
                  <a:extLst>
                    <a:ext uri="{9D8B030D-6E8A-4147-A177-3AD203B41FA5}">
                      <a16:colId xmlns:a16="http://schemas.microsoft.com/office/drawing/2014/main" val="3172113113"/>
                    </a:ext>
                  </a:extLst>
                </a:gridCol>
                <a:gridCol w="6156272">
                  <a:extLst>
                    <a:ext uri="{9D8B030D-6E8A-4147-A177-3AD203B41FA5}">
                      <a16:colId xmlns:a16="http://schemas.microsoft.com/office/drawing/2014/main" val="2324739292"/>
                    </a:ext>
                  </a:extLst>
                </a:gridCol>
              </a:tblGrid>
              <a:tr h="2708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Nhóm</a:t>
                      </a:r>
                      <a:r>
                        <a:rPr lang="en-US" sz="2000" b="1" u="none" strike="noStrike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u="none" strike="noStrike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năng</a:t>
                      </a:r>
                      <a:r>
                        <a:rPr lang="en-US" sz="2000" b="1" u="none" strike="noStrike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u="none" strike="noStrike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lực</a:t>
                      </a:r>
                      <a:endParaRPr lang="en-US" sz="2000" b="1" i="0" u="none" strike="noStrike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Năng lực hiện tại</a:t>
                      </a:r>
                      <a:endParaRPr lang="en-US" sz="2000" b="1" i="0" u="none" strike="noStrike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Yêu</a:t>
                      </a:r>
                      <a:r>
                        <a:rPr lang="en-US" sz="2000" b="1" u="none" strike="noStrike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u="none" strike="noStrike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cầu</a:t>
                      </a:r>
                      <a:r>
                        <a:rPr lang="en-US" sz="2000" b="1" u="none" strike="noStrike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2000" b="1" u="none" strike="noStrike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chuyên</a:t>
                      </a:r>
                      <a:r>
                        <a:rPr lang="en-US" sz="2000" b="1" u="none" strike="noStrike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u="none" strike="noStrike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môn</a:t>
                      </a:r>
                      <a:endParaRPr lang="en-US" sz="2000" b="1" i="0" u="none" strike="noStrike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 </a:t>
                      </a:r>
                      <a:r>
                        <a:rPr lang="en-US" sz="2000" b="1" u="none" strike="noStrike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năng</a:t>
                      </a:r>
                      <a:r>
                        <a:rPr lang="en-US" sz="2000" b="1" u="none" strike="noStrike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u="none" strike="noStrike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lực</a:t>
                      </a:r>
                      <a:r>
                        <a:rPr lang="en-US" sz="2000" b="1" u="none" strike="noStrike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u="none" strike="noStrike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cần</a:t>
                      </a:r>
                      <a:r>
                        <a:rPr lang="en-US" sz="2000" b="1" u="none" strike="noStrike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u="none" strike="noStrike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phát</a:t>
                      </a:r>
                      <a:r>
                        <a:rPr lang="en-US" sz="2000" b="1" u="none" strike="noStrike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u="none" strike="noStrike" dirty="0" err="1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triển</a:t>
                      </a:r>
                      <a:endParaRPr lang="en-US" sz="2000" b="1" i="0" u="none" strike="noStrike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447009"/>
                  </a:ext>
                </a:extLst>
              </a:tr>
              <a:tr h="4902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Seismic attribute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Khá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Tốt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Cần nâng cao kiến thức về welllog - Facies- Techtonic để kết quả minh giải chính xác hơn </a:t>
                      </a:r>
                      <a:endParaRPr lang="vi-VN" sz="13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0391229"/>
                  </a:ext>
                </a:extLst>
              </a:tr>
              <a:tr h="8125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 </a:t>
                      </a:r>
                      <a:r>
                        <a:rPr lang="en-US" sz="14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nổ</a:t>
                      </a: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x</a:t>
                      </a:r>
                      <a:r>
                        <a:rPr lang="vi-VN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ử lý, nâng cao chất lượng </a:t>
                      </a:r>
                      <a:br>
                        <a:rPr lang="vi-VN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tài liệu Địa chấn </a:t>
                      </a:r>
                      <a:endParaRPr lang="vi-VN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Cơ bản</a:t>
                      </a:r>
                      <a:endParaRPr lang="vi-VN" sz="13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Khá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Còn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thiếu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kinh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nghiệm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thực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tế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về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quá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trình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nổ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xử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tài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liệu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địa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chấn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vi-VN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 phương pháp xử lý tài liệu địa chấn hiện đại. Quy trình kiểm tra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đánh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tài liệu vận tốc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địa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chấn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br>
                        <a:rPr lang="vi-VN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vi-VN" sz="13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959474"/>
                  </a:ext>
                </a:extLst>
              </a:tr>
              <a:tr h="2708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Inversion, AVO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Cơ bản</a:t>
                      </a:r>
                      <a:endParaRPr lang="vi-VN" sz="13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Khá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Đã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kiến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thức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nền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tảng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tuy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nhiên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còn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thiếu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kinh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nghiệm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thực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tế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về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một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nhiệm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vụ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2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Inversion, AVO.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b">
                        <a:buNone/>
                      </a:pP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6949940"/>
                  </a:ext>
                </a:extLst>
              </a:tr>
              <a:tr h="9935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Kiến</a:t>
                      </a: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thức</a:t>
                      </a: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Địa</a:t>
                      </a: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chất</a:t>
                      </a: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Địa</a:t>
                      </a: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vật</a:t>
                      </a: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giếng</a:t>
                      </a: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khoan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Khá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Tốt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Khả năng đánh giá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dạng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bể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trầm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tích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vi-VN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cấu trúc địa chất tiềm năng khác với các đối tượng thường thấy ở Việt Nam.</a:t>
                      </a:r>
                      <a:br>
                        <a:rPr lang="vi-VN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Khả năng kết hợp nhiều loại tài liệu để nâng cao kết quả minh giải địa chấn.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Đánh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rủi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ro.</a:t>
                      </a:r>
                      <a:br>
                        <a:rPr lang="vi-VN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vi-VN" sz="13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822176"/>
                  </a:ext>
                </a:extLst>
              </a:tr>
              <a:tr h="5416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Thuyết</a:t>
                      </a: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trình</a:t>
                      </a: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14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phản</a:t>
                      </a: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biện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3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Cơ bản</a:t>
                      </a:r>
                      <a:endParaRPr lang="vi-VN" sz="13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Tốt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Trình bày chưa tự tin, thuyết phục</a:t>
                      </a:r>
                      <a:br>
                        <a:rPr lang="vi-VN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Kỹ năng trả lời câu hỏi dạng phản biện còn yếu</a:t>
                      </a:r>
                      <a:endParaRPr lang="vi-VN" sz="13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6406321"/>
                  </a:ext>
                </a:extLst>
              </a:tr>
              <a:tr h="5416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Tiếng</a:t>
                      </a:r>
                      <a:r>
                        <a:rPr lang="en-US" sz="14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Anh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Khá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Tốt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Speaking/Writing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còn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nhiều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hạn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chế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b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Từ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vựng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chuyên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ngành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cần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mở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rộng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trong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lĩnh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vực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chuyên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môn</a:t>
                      </a:r>
                      <a:r>
                        <a:rPr lang="en-US" sz="13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sâu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538092"/>
                  </a:ext>
                </a:extLst>
              </a:tr>
              <a:tr h="5416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 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kiến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thức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ngoài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chuyên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môn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như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Quản 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dự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án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Phát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triển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mỏ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Chưa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Cơ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bản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Đánh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trữ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lượng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thiết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kế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phương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án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phát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triển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mỏ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tính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toán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kinh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tế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57591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491510A-20BD-FE81-36ED-F69AE234AEA4}"/>
              </a:ext>
            </a:extLst>
          </p:cNvPr>
          <p:cNvSpPr txBox="1"/>
          <p:nvPr/>
        </p:nvSpPr>
        <p:spPr>
          <a:xfrm>
            <a:off x="90918" y="796944"/>
            <a:ext cx="3371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Bậc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nay : 6/20</a:t>
            </a:r>
          </a:p>
        </p:txBody>
      </p:sp>
    </p:spTree>
    <p:extLst>
      <p:ext uri="{BB962C8B-B14F-4D97-AF65-F5344CB8AC3E}">
        <p14:creationId xmlns:p14="http://schemas.microsoft.com/office/powerpoint/2010/main" val="1486133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102A2-0691-DD10-B3CB-C317023CB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78812C08-B581-B859-58A3-6454FFA8693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7" imgH="307" progId="TCLayout.ActiveDocument.1">
                  <p:embed/>
                </p:oleObj>
              </mc:Choice>
              <mc:Fallback>
                <p:oleObj name="think-cell Slide" r:id="rId4" imgW="307" imgH="307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177A33F-6596-07D9-77CC-447C7C5079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1">
            <a:extLst>
              <a:ext uri="{FF2B5EF4-FFF2-40B4-BE49-F238E27FC236}">
                <a16:creationId xmlns:a16="http://schemas.microsoft.com/office/drawing/2014/main" id="{A4DEA61C-FBF9-7C13-A244-5411ABDB2E2C}"/>
              </a:ext>
            </a:extLst>
          </p:cNvPr>
          <p:cNvSpPr txBox="1"/>
          <p:nvPr/>
        </p:nvSpPr>
        <p:spPr>
          <a:xfrm>
            <a:off x="-152400" y="-71767"/>
            <a:ext cx="4869991" cy="503567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AutoShape 1">
            <a:extLst>
              <a:ext uri="{FF2B5EF4-FFF2-40B4-BE49-F238E27FC236}">
                <a16:creationId xmlns:a16="http://schemas.microsoft.com/office/drawing/2014/main" id="{879F348E-D972-0A9E-823A-120AA2304232}"/>
              </a:ext>
            </a:extLst>
          </p:cNvPr>
          <p:cNvSpPr>
            <a:spLocks/>
          </p:cNvSpPr>
          <p:nvPr/>
        </p:nvSpPr>
        <p:spPr bwMode="auto">
          <a:xfrm>
            <a:off x="826293" y="88130"/>
            <a:ext cx="11365707" cy="593524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anchor="ctr"/>
          <a:lstStyle/>
          <a:p>
            <a:pPr marL="0" marR="0" lvl="0" indent="0" algn="ctr" defTabSz="914377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2800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League Gothic" charset="0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241E3B5-33A2-4226-81EA-783D8C39C7F0}"/>
              </a:ext>
            </a:extLst>
          </p:cNvPr>
          <p:cNvSpPr txBox="1">
            <a:spLocks/>
          </p:cNvSpPr>
          <p:nvPr/>
        </p:nvSpPr>
        <p:spPr>
          <a:xfrm>
            <a:off x="11582400" y="6611187"/>
            <a:ext cx="609600" cy="21336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0CFDCA-984A-49CD-9ECB-CD1CAA1CFBB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9" name="Picture 8" descr="A green and blue logo&#10;&#10;AI-generated content may be incorrect.">
            <a:extLst>
              <a:ext uri="{FF2B5EF4-FFF2-40B4-BE49-F238E27FC236}">
                <a16:creationId xmlns:a16="http://schemas.microsoft.com/office/drawing/2014/main" id="{C273C4AE-B1DA-A30E-C937-A7362116BC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18" y="102212"/>
            <a:ext cx="508850" cy="5207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4874ED-27F6-F86C-478B-B1EE0AD42D13}"/>
              </a:ext>
            </a:extLst>
          </p:cNvPr>
          <p:cNvSpPr txBox="1"/>
          <p:nvPr/>
        </p:nvSpPr>
        <p:spPr>
          <a:xfrm>
            <a:off x="3505200" y="200226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GIẢI PHÁP NÂNG CAO </a:t>
            </a:r>
            <a:r>
              <a:rPr lang="en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ĂNG LỰ</a:t>
            </a: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CÁ NHÂN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C302C6-EE75-FBA4-CBAD-63874F544511}"/>
              </a:ext>
            </a:extLst>
          </p:cNvPr>
          <p:cNvSpPr txBox="1"/>
          <p:nvPr/>
        </p:nvSpPr>
        <p:spPr>
          <a:xfrm>
            <a:off x="447674" y="990600"/>
            <a:ext cx="1124902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thân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trầm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ĐVL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giếng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tướng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trầm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lĩnh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Bố trí các dự án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lĩnh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chuyên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 điều kiện tham gia các khóa học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dặn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trẻ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lãnh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Ủng hộ tham gia hội thảo, đào tạo, khóa học quốc tế.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sâu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Hỗ trợ tiếp cận phần mềm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Paleoscan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Petrel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module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QI, AVO, Inversion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các chuyên gia Địa chấn đang trực tiếp làm việc tại các dự án của đơn vị.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Tham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buổi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thảo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chuyên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PVEP, PVN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804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59EFD-682C-DCD3-A76B-5D2B6480A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9627D406-3128-9490-D29F-C95D6AC142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7" imgH="307" progId="TCLayout.ActiveDocument.1">
                  <p:embed/>
                </p:oleObj>
              </mc:Choice>
              <mc:Fallback>
                <p:oleObj name="think-cell Slide" r:id="rId4" imgW="307" imgH="307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177A33F-6596-07D9-77CC-447C7C5079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1">
            <a:extLst>
              <a:ext uri="{FF2B5EF4-FFF2-40B4-BE49-F238E27FC236}">
                <a16:creationId xmlns:a16="http://schemas.microsoft.com/office/drawing/2014/main" id="{602D9A2C-C73A-4AEE-73A3-A5ABAE37E75B}"/>
              </a:ext>
            </a:extLst>
          </p:cNvPr>
          <p:cNvSpPr txBox="1"/>
          <p:nvPr/>
        </p:nvSpPr>
        <p:spPr>
          <a:xfrm>
            <a:off x="-152400" y="-71767"/>
            <a:ext cx="4869991" cy="503567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AutoShape 1">
            <a:extLst>
              <a:ext uri="{FF2B5EF4-FFF2-40B4-BE49-F238E27FC236}">
                <a16:creationId xmlns:a16="http://schemas.microsoft.com/office/drawing/2014/main" id="{18C4006D-2C2C-7B0C-3E99-24E5285D02E3}"/>
              </a:ext>
            </a:extLst>
          </p:cNvPr>
          <p:cNvSpPr>
            <a:spLocks/>
          </p:cNvSpPr>
          <p:nvPr/>
        </p:nvSpPr>
        <p:spPr bwMode="auto">
          <a:xfrm>
            <a:off x="826293" y="88130"/>
            <a:ext cx="11365707" cy="593524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anchor="ctr"/>
          <a:lstStyle/>
          <a:p>
            <a:pPr marL="0" marR="0" lvl="0" indent="0" algn="ctr" defTabSz="914377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2800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League Gothic" charset="0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6C6A6D2-616D-E4CA-17ED-745F73BD0628}"/>
              </a:ext>
            </a:extLst>
          </p:cNvPr>
          <p:cNvSpPr txBox="1">
            <a:spLocks/>
          </p:cNvSpPr>
          <p:nvPr/>
        </p:nvSpPr>
        <p:spPr>
          <a:xfrm>
            <a:off x="11582400" y="6611187"/>
            <a:ext cx="609600" cy="21336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0CFDCA-984A-49CD-9ECB-CD1CAA1CFBB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9" name="Picture 8" descr="A green and blue logo&#10;&#10;AI-generated content may be incorrect.">
            <a:extLst>
              <a:ext uri="{FF2B5EF4-FFF2-40B4-BE49-F238E27FC236}">
                <a16:creationId xmlns:a16="http://schemas.microsoft.com/office/drawing/2014/main" id="{3F797454-88F8-B87D-B639-B1C8F925F3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18" y="102212"/>
            <a:ext cx="508850" cy="5207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350454-B729-B3D2-F13F-E61186D63DF4}"/>
              </a:ext>
            </a:extLst>
          </p:cNvPr>
          <p:cNvSpPr txBox="1"/>
          <p:nvPr/>
        </p:nvSpPr>
        <p:spPr>
          <a:xfrm>
            <a:off x="3162300" y="222365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MỤC TIÊU PHÁT TRIỂN</a:t>
            </a: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 NHÂN</a:t>
            </a:r>
            <a:endParaRPr lang="en-US" b="1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7743C87-40CE-C820-61EC-DCDFD56B7580}"/>
              </a:ext>
            </a:extLst>
          </p:cNvPr>
          <p:cNvSpPr/>
          <p:nvPr/>
        </p:nvSpPr>
        <p:spPr>
          <a:xfrm>
            <a:off x="111917" y="1544040"/>
            <a:ext cx="11824857" cy="593524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C9EEDA-7509-70BB-C11D-81B971C0C6FC}"/>
              </a:ext>
            </a:extLst>
          </p:cNvPr>
          <p:cNvSpPr txBox="1"/>
          <p:nvPr/>
        </p:nvSpPr>
        <p:spPr>
          <a:xfrm>
            <a:off x="734092" y="1228482"/>
            <a:ext cx="1009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2C701F-5919-FA14-1BE8-3B85C6D76D63}"/>
              </a:ext>
            </a:extLst>
          </p:cNvPr>
          <p:cNvSpPr txBox="1"/>
          <p:nvPr/>
        </p:nvSpPr>
        <p:spPr>
          <a:xfrm>
            <a:off x="5419689" y="1251119"/>
            <a:ext cx="1009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33C77C-33A8-2558-BA79-0BFABDE5273C}"/>
              </a:ext>
            </a:extLst>
          </p:cNvPr>
          <p:cNvSpPr txBox="1"/>
          <p:nvPr/>
        </p:nvSpPr>
        <p:spPr>
          <a:xfrm>
            <a:off x="9764423" y="1312259"/>
            <a:ext cx="1009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5746B2-0B1E-A78C-AE23-CEFEA9939915}"/>
              </a:ext>
            </a:extLst>
          </p:cNvPr>
          <p:cNvSpPr txBox="1"/>
          <p:nvPr/>
        </p:nvSpPr>
        <p:spPr>
          <a:xfrm>
            <a:off x="246240" y="2069673"/>
            <a:ext cx="27636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Nắm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vững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ĐVL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giếng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Inversion, AVO, AI/ML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DA09F2-329F-A33A-41AB-91159D257F04}"/>
              </a:ext>
            </a:extLst>
          </p:cNvPr>
          <p:cNvSpPr txBox="1"/>
          <p:nvPr/>
        </p:nvSpPr>
        <p:spPr>
          <a:xfrm>
            <a:off x="3700463" y="2000099"/>
            <a:ext cx="424815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Hoàn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lãnh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Quản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Tài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PVEP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Như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ý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hữu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Đạt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TOEIC 800.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lãnh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Ban QTNNL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AI/ML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6310BEA6-1D9D-4E31-86A5-5A4D6B3F1D1B}"/>
              </a:ext>
            </a:extLst>
          </p:cNvPr>
          <p:cNvSpPr/>
          <p:nvPr/>
        </p:nvSpPr>
        <p:spPr>
          <a:xfrm>
            <a:off x="1023719" y="1705156"/>
            <a:ext cx="285750" cy="257175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832D285B-A953-00AC-10E0-5A32C2526179}"/>
              </a:ext>
            </a:extLst>
          </p:cNvPr>
          <p:cNvSpPr/>
          <p:nvPr/>
        </p:nvSpPr>
        <p:spPr>
          <a:xfrm>
            <a:off x="5772268" y="1725641"/>
            <a:ext cx="285750" cy="257175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2C8E5227-A523-BA92-B5B8-D21809520724}"/>
              </a:ext>
            </a:extLst>
          </p:cNvPr>
          <p:cNvSpPr/>
          <p:nvPr/>
        </p:nvSpPr>
        <p:spPr>
          <a:xfrm>
            <a:off x="10126373" y="1725640"/>
            <a:ext cx="285750" cy="257175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79C9AB-21AC-8952-021F-FC82EDCB7EBC}"/>
              </a:ext>
            </a:extLst>
          </p:cNvPr>
          <p:cNvSpPr txBox="1"/>
          <p:nvPr/>
        </p:nvSpPr>
        <p:spPr>
          <a:xfrm>
            <a:off x="8639176" y="2112784"/>
            <a:ext cx="32601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Lý.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Leader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PVEP.</a:t>
            </a:r>
          </a:p>
        </p:txBody>
      </p:sp>
    </p:spTree>
    <p:extLst>
      <p:ext uri="{BB962C8B-B14F-4D97-AF65-F5344CB8AC3E}">
        <p14:creationId xmlns:p14="http://schemas.microsoft.com/office/powerpoint/2010/main" val="2191914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49338-6C8A-2FC1-D45C-64E7F9FBA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F97D42F2-A0C6-0261-8460-086C9AE9BF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7" imgH="307" progId="TCLayout.ActiveDocument.1">
                  <p:embed/>
                </p:oleObj>
              </mc:Choice>
              <mc:Fallback>
                <p:oleObj name="think-cell Slide" r:id="rId4" imgW="307" imgH="307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177A33F-6596-07D9-77CC-447C7C5079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1">
            <a:extLst>
              <a:ext uri="{FF2B5EF4-FFF2-40B4-BE49-F238E27FC236}">
                <a16:creationId xmlns:a16="http://schemas.microsoft.com/office/drawing/2014/main" id="{FE778C04-5D83-4E14-902A-EB2463F25A1B}"/>
              </a:ext>
            </a:extLst>
          </p:cNvPr>
          <p:cNvSpPr txBox="1"/>
          <p:nvPr/>
        </p:nvSpPr>
        <p:spPr>
          <a:xfrm>
            <a:off x="-152400" y="-71767"/>
            <a:ext cx="4869991" cy="503567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AutoShape 1">
            <a:extLst>
              <a:ext uri="{FF2B5EF4-FFF2-40B4-BE49-F238E27FC236}">
                <a16:creationId xmlns:a16="http://schemas.microsoft.com/office/drawing/2014/main" id="{9226BD24-4659-1407-AEC5-FE72F9BEF436}"/>
              </a:ext>
            </a:extLst>
          </p:cNvPr>
          <p:cNvSpPr>
            <a:spLocks/>
          </p:cNvSpPr>
          <p:nvPr/>
        </p:nvSpPr>
        <p:spPr bwMode="auto">
          <a:xfrm>
            <a:off x="826293" y="88130"/>
            <a:ext cx="11365707" cy="593524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anchor="ctr"/>
          <a:lstStyle/>
          <a:p>
            <a:pPr marL="0" marR="0" lvl="0" indent="0" algn="ctr" defTabSz="914377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2800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League Gothic" charset="0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ECE57F2-11A1-37DC-5DA3-B4F52AB3B6CC}"/>
              </a:ext>
            </a:extLst>
          </p:cNvPr>
          <p:cNvSpPr txBox="1">
            <a:spLocks/>
          </p:cNvSpPr>
          <p:nvPr/>
        </p:nvSpPr>
        <p:spPr>
          <a:xfrm>
            <a:off x="11582400" y="6611187"/>
            <a:ext cx="609600" cy="21336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0CFDCA-984A-49CD-9ECB-CD1CAA1CFBB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9" name="Picture 8" descr="A green and blue logo&#10;&#10;AI-generated content may be incorrect.">
            <a:extLst>
              <a:ext uri="{FF2B5EF4-FFF2-40B4-BE49-F238E27FC236}">
                <a16:creationId xmlns:a16="http://schemas.microsoft.com/office/drawing/2014/main" id="{1C00BA70-3AD8-4684-5EDC-F53A18997E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18" y="102212"/>
            <a:ext cx="508850" cy="5207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DE040C-4E75-4C88-C6A4-93F3243254E4}"/>
              </a:ext>
            </a:extLst>
          </p:cNvPr>
          <p:cNvSpPr txBox="1"/>
          <p:nvPr/>
        </p:nvSpPr>
        <p:spPr>
          <a:xfrm>
            <a:off x="3505200" y="200226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A727D8-2413-F6B0-66EF-C80A113137A2}"/>
              </a:ext>
            </a:extLst>
          </p:cNvPr>
          <p:cNvSpPr txBox="1"/>
          <p:nvPr/>
        </p:nvSpPr>
        <p:spPr>
          <a:xfrm>
            <a:off x="660796" y="1213009"/>
            <a:ext cx="1087040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ý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hữu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ty. 1 ý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 ý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lãnh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lân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tuệ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mối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rỗng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bão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hòa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nghịch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đảo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sét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mỏ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Hùng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230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696B5-C0DB-1E5A-B59C-81F3D7C61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DAE894B3-16C4-B3E6-BD10-CB3D40B86E1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7" imgH="307" progId="TCLayout.ActiveDocument.1">
                  <p:embed/>
                </p:oleObj>
              </mc:Choice>
              <mc:Fallback>
                <p:oleObj name="think-cell Slide" r:id="rId4" imgW="307" imgH="307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177A33F-6596-07D9-77CC-447C7C5079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1">
            <a:extLst>
              <a:ext uri="{FF2B5EF4-FFF2-40B4-BE49-F238E27FC236}">
                <a16:creationId xmlns:a16="http://schemas.microsoft.com/office/drawing/2014/main" id="{CE294FEB-39B6-AF0F-A723-AE950BB56A81}"/>
              </a:ext>
            </a:extLst>
          </p:cNvPr>
          <p:cNvSpPr txBox="1"/>
          <p:nvPr/>
        </p:nvSpPr>
        <p:spPr>
          <a:xfrm>
            <a:off x="-152400" y="-71767"/>
            <a:ext cx="4869991" cy="503567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AutoShape 1">
            <a:extLst>
              <a:ext uri="{FF2B5EF4-FFF2-40B4-BE49-F238E27FC236}">
                <a16:creationId xmlns:a16="http://schemas.microsoft.com/office/drawing/2014/main" id="{D1AD1FD2-8C11-5B63-9EB0-D4A4D30D63BD}"/>
              </a:ext>
            </a:extLst>
          </p:cNvPr>
          <p:cNvSpPr>
            <a:spLocks/>
          </p:cNvSpPr>
          <p:nvPr/>
        </p:nvSpPr>
        <p:spPr bwMode="auto">
          <a:xfrm>
            <a:off x="826293" y="88130"/>
            <a:ext cx="11365707" cy="593524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050"/>
          </a:solidFill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anchor="ctr"/>
          <a:lstStyle/>
          <a:p>
            <a:pPr marL="0" marR="0" lvl="0" indent="0" algn="ctr" defTabSz="914377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2800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League Gothic" charset="0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ED7EF7F-1862-6407-1E2C-1D017FF11C58}"/>
              </a:ext>
            </a:extLst>
          </p:cNvPr>
          <p:cNvSpPr txBox="1">
            <a:spLocks/>
          </p:cNvSpPr>
          <p:nvPr/>
        </p:nvSpPr>
        <p:spPr>
          <a:xfrm>
            <a:off x="11582400" y="6611187"/>
            <a:ext cx="609600" cy="21336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0CFDCA-984A-49CD-9ECB-CD1CAA1CFBB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9" name="Picture 8" descr="A green and blue logo&#10;&#10;AI-generated content may be incorrect.">
            <a:extLst>
              <a:ext uri="{FF2B5EF4-FFF2-40B4-BE49-F238E27FC236}">
                <a16:creationId xmlns:a16="http://schemas.microsoft.com/office/drawing/2014/main" id="{D4320509-451A-8FB0-77E9-59FC954EAB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18" y="102212"/>
            <a:ext cx="508850" cy="5207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5B167C-1577-C527-E3D7-AB40FF078E9A}"/>
              </a:ext>
            </a:extLst>
          </p:cNvPr>
          <p:cNvSpPr txBox="1"/>
          <p:nvPr/>
        </p:nvSpPr>
        <p:spPr>
          <a:xfrm>
            <a:off x="3505200" y="200226"/>
            <a:ext cx="6464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NHIỆM VỤ TRỌNG TÂM ĐANG VÀ SẼ THỰC HIỆN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7FC929-7226-14AA-F1CA-B3F6A19C557C}"/>
              </a:ext>
            </a:extLst>
          </p:cNvPr>
          <p:cNvSpPr txBox="1"/>
          <p:nvPr/>
        </p:nvSpPr>
        <p:spPr>
          <a:xfrm>
            <a:off x="90917" y="1028700"/>
            <a:ext cx="1192010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chắn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đứt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gãy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lô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09-2/09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lân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Lô 09-2/09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13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PVEP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2025-2030.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chắn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đứt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gãy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bẫy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rủi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ối ưu mô hình mô phỏng khai thác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Minh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đứt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gãy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fault polygon, fault stick 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Inversion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"Nghiên cứu biến đổi tướng đá vôi khu vực khai thác &amp; lân cận và bẫy phi cấu tạo”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Mỏ Đại Hùng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Đại Hùng pha 3) là một trong những dự án trọng điểm mà PVEP đang đẩy nhanh phát triển và đưa vào khai thá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Tuy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đứt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gãy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xen chia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vỉa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Paleoscan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chóng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2026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Móng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nứt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nẻ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giếng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01-02/10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46/13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chắn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đứt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gãy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05-1a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vưc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5528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88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1.18754100000000017978E+00&quot;&gt;&lt;m_msothmcolidx val=&quot;0&quot;/&gt;&lt;m_rgb r=&quot;87&quot; g=&quot;F9&quot; b=&quot;27&quot;/&gt;&lt;/elem&gt;&lt;elem m_fUsage=&quot;1.00000000000000000000E+00&quot;&gt;&lt;m_msothmcolidx val=&quot;0&quot;/&gt;&lt;m_rgb r=&quot;4C&quot; g=&quot;F8&quot; b=&quot;BF&quot;/&gt;&lt;/elem&gt;&lt;elem m_fUsage=&quot;9.00000000000000022204E-01&quot;&gt;&lt;m_msothmcolidx val=&quot;0&quot;/&gt;&lt;m_rgb r=&quot;8F&quot; g=&quot;FA&quot; b=&quot;BA&quot;/&gt;&lt;/elem&gt;&lt;elem m_fUsage=&quot;8.79094635296999160623E-01&quot;&gt;&lt;m_msothmcolidx val=&quot;0&quot;/&gt;&lt;m_rgb r=&quot;54&quot; g=&quot;B1&quot; b=&quot;E5&quot;/&gt;&lt;/elem&gt;&lt;elem m_fUsage=&quot;8.10000000000000053291E-01&quot;&gt;&lt;m_msothmcolidx val=&quot;0&quot;/&gt;&lt;m_rgb r=&quot;15&quot; g=&quot;6E&quot; b=&quot;7E&quot;/&gt;&lt;/elem&gt;&lt;elem m_fUsage=&quot;5.90490000000000181402E-01&quot;&gt;&lt;m_msothmcolidx val=&quot;0&quot;/&gt;&lt;m_rgb r=&quot;19&quot; g=&quot;BC&quot; b=&quot;9F&quot;/&gt;&lt;/elem&gt;&lt;elem m_fUsage=&quot;4.78296900000000135833E-01&quot;&gt;&lt;m_msothmcolidx val=&quot;0&quot;/&gt;&lt;m_rgb r=&quot;8D&quot; g=&quot;EB&quot; b=&quot;48&quot;/&gt;&lt;/elem&gt;&lt;elem m_fUsage=&quot;4.30467210000000155556E-01&quot;&gt;&lt;m_msothmcolidx val=&quot;0&quot;/&gt;&lt;m_rgb r=&quot;8F&quot; g=&quot;DE&quot; b=&quot;5F&quot;/&gt;&lt;/elem&gt;&lt;elem m_fUsage=&quot;3.87420489000000145552E-01&quot;&gt;&lt;m_msothmcolidx val=&quot;0&quot;/&gt;&lt;m_rgb r=&quot;88&quot; g=&quot;D3&quot; b=&quot;71&quot;/&gt;&lt;/elem&gt;&lt;elem m_fUsage=&quot;3.48678440100000153201E-01&quot;&gt;&lt;m_msothmcolidx val=&quot;0&quot;/&gt;&lt;m_rgb r=&quot;63&quot; g=&quot;DC&quot; b=&quot;6F&quot;/&gt;&lt;/elem&gt;&lt;elem m_fUsage=&quot;3.13810596090000171188E-01&quot;&gt;&lt;m_msothmcolidx val=&quot;0&quot;/&gt;&lt;m_rgb r=&quot;53&quot; g=&quot;F2&quot; b=&quot;37&quot;/&gt;&lt;/elem&gt;&lt;elem m_fUsage=&quot;2.82429536481000165171E-01&quot;&gt;&lt;m_msothmcolidx val=&quot;0&quot;/&gt;&lt;m_rgb r=&quot;45&quot; g=&quot;EC&quot; b=&quot;6C&quot;/&gt;&lt;/elem&gt;&lt;elem m_fUsage=&quot;2.54186582832900132001E-01&quot;&gt;&lt;m_msothmcolidx val=&quot;0&quot;/&gt;&lt;m_rgb r=&quot;6E&quot; g=&quot;D5&quot; b=&quot;A5&quot;/&gt;&lt;/elem&gt;&lt;elem m_fUsage=&quot;2.28767924549610118801E-01&quot;&gt;&lt;m_msothmcolidx val=&quot;0&quot;/&gt;&lt;m_rgb r=&quot;94&quot; g=&quot;B8&quot; b=&quot;AC&quot;/&gt;&lt;/elem&gt;&lt;elem m_fUsage=&quot;2.05891132094649098594E-01&quot;&gt;&lt;m_msothmcolidx val=&quot;0&quot;/&gt;&lt;m_rgb r=&quot;7E&quot; g=&quot;C9&quot; b=&quot;94&quot;/&gt;&lt;/elem&gt;&lt;elem m_fUsage=&quot;1.85302018885184188735E-01&quot;&gt;&lt;m_msothmcolidx val=&quot;0&quot;/&gt;&lt;m_rgb r=&quot;64&quot; g=&quot;DB&quot; b=&quot;7A&quot;/&gt;&lt;/elem&gt;&lt;elem m_fUsage=&quot;1.66771816996665767086E-01&quot;&gt;&lt;m_msothmcolidx val=&quot;0&quot;/&gt;&lt;m_rgb r=&quot;53&quot; g=&quot;E5&quot; b=&quot;B9&quot;/&gt;&lt;/elem&gt;&lt;elem m_fUsage=&quot;1.35085171767299283552E-01&quot;&gt;&lt;m_msothmcolidx val=&quot;0&quot;/&gt;&lt;m_rgb r=&quot;75&quot; g=&quot;46&quot; b=&quot;EC&quot;/&gt;&lt;/elem&gt;&lt;elem m_fUsage=&quot;1.21576654590569363523E-01&quot;&gt;&lt;m_msothmcolidx val=&quot;0&quot;/&gt;&lt;m_rgb r=&quot;6F&quot; g=&quot;D4&quot; b=&quot;C7&quot;/&gt;&lt;/elem&gt;&lt;elem m_fUsage=&quot;1.09418989131512434110E-01&quot;&gt;&lt;m_msothmcolidx val=&quot;0&quot;/&gt;&lt;m_rgb r=&quot;67&quot; g=&quot;D9&quot; b=&quot;84&quot;/&gt;&lt;/elem&gt;&lt;elem m_fUsage=&quot;9.84770902183611934744E-02&quot;&gt;&lt;m_msothmcolidx val=&quot;0&quot;/&gt;&lt;m_rgb r=&quot;53&quot; g=&quot;E5&quot; b=&quot;AC&quot;/&gt;&lt;/elem&gt;&lt;elem m_fUsage=&quot;8.86293811965250810658E-02&quot;&gt;&lt;m_msothmcolidx val=&quot;0&quot;/&gt;&lt;m_rgb r=&quot;2C&quot; g=&quot;F7&quot; b=&quot;65&quot;/&gt;&lt;/elem&gt;&lt;elem m_fUsage=&quot;7.97664430768725701837E-02&quot;&gt;&lt;m_msothmcolidx val=&quot;0&quot;/&gt;&lt;m_rgb r=&quot;43&quot; g=&quot;ED&quot; b=&quot;8F&quot;/&gt;&lt;/elem&gt;&lt;elem m_fUsage=&quot;7.17897987691853145531E-02&quot;&gt;&lt;m_msothmcolidx val=&quot;0&quot;/&gt;&lt;m_rgb r=&quot;84&quot; g=&quot;C5&quot; b=&quot;95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2013 - 2022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43B33"/>
      </a:dk2>
      <a:lt2>
        <a:srgbClr val="BFD4C6"/>
      </a:lt2>
      <a:accent1>
        <a:srgbClr val="549E39"/>
      </a:accent1>
      <a:accent2>
        <a:srgbClr val="C7D157"/>
      </a:accent2>
      <a:accent3>
        <a:srgbClr val="F08F1C"/>
      </a:accent3>
      <a:accent4>
        <a:srgbClr val="D05745"/>
      </a:accent4>
      <a:accent5>
        <a:srgbClr val="558569"/>
      </a:accent5>
      <a:accent6>
        <a:srgbClr val="5E99A4"/>
      </a:accent6>
      <a:hlink>
        <a:srgbClr val="00AAD8"/>
      </a:hlink>
      <a:folHlink>
        <a:srgbClr val="6B6B6F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5118000A-40C1-40FE-8820-36522233349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1548</TotalTime>
  <Words>2016</Words>
  <Application>Microsoft Office PowerPoint</Application>
  <PresentationFormat>Widescreen</PresentationFormat>
  <Paragraphs>125</Paragraphs>
  <Slides>8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Anton</vt:lpstr>
      <vt:lpstr>Aptos</vt:lpstr>
      <vt:lpstr>Arial</vt:lpstr>
      <vt:lpstr>Calibri</vt:lpstr>
      <vt:lpstr>Calibri Light</vt:lpstr>
      <vt:lpstr>Times New Roman</vt:lpstr>
      <vt:lpstr>Wingdings</vt:lpstr>
      <vt:lpstr>Office 2013 - 2022 Theme</vt:lpstr>
      <vt:lpstr>Metropolitan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Thi Thanh Thuy KHDT</dc:creator>
  <cp:lastModifiedBy>Nguyen Manh Tuan TTKT-HCM</cp:lastModifiedBy>
  <cp:revision>8</cp:revision>
  <cp:lastPrinted>2025-10-08T06:20:27Z</cp:lastPrinted>
  <dcterms:created xsi:type="dcterms:W3CDTF">2025-10-06T02:34:57Z</dcterms:created>
  <dcterms:modified xsi:type="dcterms:W3CDTF">2025-12-04T03:22:11Z</dcterms:modified>
</cp:coreProperties>
</file>