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16774757" r:id="rId2"/>
    <p:sldId id="2147481680" r:id="rId3"/>
    <p:sldId id="2147481681" r:id="rId4"/>
    <p:sldId id="2147481682" r:id="rId5"/>
    <p:sldId id="2147481684" r:id="rId6"/>
    <p:sldId id="2147481685" r:id="rId7"/>
    <p:sldId id="2147481686" r:id="rId8"/>
    <p:sldId id="2147481687" r:id="rId9"/>
    <p:sldId id="2147481688" r:id="rId10"/>
    <p:sldId id="2147481689" r:id="rId11"/>
    <p:sldId id="2147481691" r:id="rId12"/>
    <p:sldId id="21474816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{505F2C04-C923-438B-8C0F-E0CD2BADF298}">
      <wppc:fontMiss xmlns:wppc="http://www.wps.cn/officeDocument/PresentationCustomData" xmlns="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FFFF99"/>
    <a:srgbClr val="0000FF"/>
    <a:srgbClr val="00CC66"/>
    <a:srgbClr val="003399"/>
    <a:srgbClr val="E1F7F6"/>
    <a:srgbClr val="89F5A5"/>
    <a:srgbClr val="DCFCE4"/>
    <a:srgbClr val="00A4A0"/>
    <a:srgbClr val="279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BB66D-A42B-4711-AD65-105069E6D2F0}" v="41" dt="2026-06-14T07:54:44.722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5" d="100"/>
          <a:sy n="115" d="100"/>
        </p:scale>
        <p:origin x="2748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Thi Dung TTKT" userId="c9adaa4d-0a88-45f5-b5c1-370849f8847f" providerId="ADAL" clId="{C3C4C847-D0B5-4A8A-A83C-E0906974F1F9}"/>
    <pc:docChg chg="undo custSel addSld delSld modSld">
      <pc:chgData name="Vu Thi Dung TTKT" userId="c9adaa4d-0a88-45f5-b5c1-370849f8847f" providerId="ADAL" clId="{C3C4C847-D0B5-4A8A-A83C-E0906974F1F9}" dt="2026-06-14T07:56:05.795" v="4293" actId="1076"/>
      <pc:docMkLst>
        <pc:docMk/>
      </pc:docMkLst>
      <pc:sldChg chg="addSp delSp modSp mod">
        <pc:chgData name="Vu Thi Dung TTKT" userId="c9adaa4d-0a88-45f5-b5c1-370849f8847f" providerId="ADAL" clId="{C3C4C847-D0B5-4A8A-A83C-E0906974F1F9}" dt="2026-06-13T14:22:13.035" v="4030" actId="108"/>
        <pc:sldMkLst>
          <pc:docMk/>
          <pc:sldMk cId="214324596" sldId="16774757"/>
        </pc:sldMkLst>
        <pc:spChg chg="add mod">
          <ac:chgData name="Vu Thi Dung TTKT" userId="c9adaa4d-0a88-45f5-b5c1-370849f8847f" providerId="ADAL" clId="{C3C4C847-D0B5-4A8A-A83C-E0906974F1F9}" dt="2026-06-13T14:22:13.035" v="4030" actId="108"/>
          <ac:spMkLst>
            <pc:docMk/>
            <pc:sldMk cId="214324596" sldId="16774757"/>
            <ac:spMk id="4" creationId="{1514E13F-6DE3-E988-44E1-6CFEB6E373D8}"/>
          </ac:spMkLst>
        </pc:spChg>
        <pc:spChg chg="mod">
          <ac:chgData name="Vu Thi Dung TTKT" userId="c9adaa4d-0a88-45f5-b5c1-370849f8847f" providerId="ADAL" clId="{C3C4C847-D0B5-4A8A-A83C-E0906974F1F9}" dt="2026-06-07T02:10:44.409" v="285" actId="29295"/>
          <ac:spMkLst>
            <pc:docMk/>
            <pc:sldMk cId="214324596" sldId="16774757"/>
            <ac:spMk id="16" creationId="{94CB0446-E715-B427-1570-7A0E855C0EFB}"/>
          </ac:spMkLst>
        </pc:spChg>
        <pc:picChg chg="add del mod">
          <ac:chgData name="Vu Thi Dung TTKT" userId="c9adaa4d-0a88-45f5-b5c1-370849f8847f" providerId="ADAL" clId="{C3C4C847-D0B5-4A8A-A83C-E0906974F1F9}" dt="2026-06-07T02:10:41.417" v="272" actId="29295"/>
          <ac:picMkLst>
            <pc:docMk/>
            <pc:sldMk cId="214324596" sldId="16774757"/>
            <ac:picMk id="7" creationId="{E3C2E724-DE06-7052-C7FE-3944300B57F3}"/>
          </ac:picMkLst>
        </pc:picChg>
        <pc:picChg chg="add del mod">
          <ac:chgData name="Vu Thi Dung TTKT" userId="c9adaa4d-0a88-45f5-b5c1-370849f8847f" providerId="ADAL" clId="{C3C4C847-D0B5-4A8A-A83C-E0906974F1F9}" dt="2026-06-07T02:10:51.042" v="286" actId="1076"/>
          <ac:picMkLst>
            <pc:docMk/>
            <pc:sldMk cId="214324596" sldId="16774757"/>
            <ac:picMk id="8" creationId="{1A189338-A79F-770A-0380-B9589D99FD31}"/>
          </ac:picMkLst>
        </pc:picChg>
      </pc:sldChg>
      <pc:sldChg chg="addSp delSp modSp mod">
        <pc:chgData name="Vu Thi Dung TTKT" userId="c9adaa4d-0a88-45f5-b5c1-370849f8847f" providerId="ADAL" clId="{C3C4C847-D0B5-4A8A-A83C-E0906974F1F9}" dt="2026-06-11T23:40:55.273" v="1776" actId="20577"/>
        <pc:sldMkLst>
          <pc:docMk/>
          <pc:sldMk cId="2520910837" sldId="2147481680"/>
        </pc:sldMkLst>
        <pc:spChg chg="mod">
          <ac:chgData name="Vu Thi Dung TTKT" userId="c9adaa4d-0a88-45f5-b5c1-370849f8847f" providerId="ADAL" clId="{C3C4C847-D0B5-4A8A-A83C-E0906974F1F9}" dt="2026-06-11T23:40:55.273" v="1776" actId="20577"/>
          <ac:spMkLst>
            <pc:docMk/>
            <pc:sldMk cId="2520910837" sldId="2147481680"/>
            <ac:spMk id="2" creationId="{E2A33EB5-DABF-AFE7-B3C3-BAD6C689F5E3}"/>
          </ac:spMkLst>
        </pc:spChg>
        <pc:spChg chg="add mod">
          <ac:chgData name="Vu Thi Dung TTKT" userId="c9adaa4d-0a88-45f5-b5c1-370849f8847f" providerId="ADAL" clId="{C3C4C847-D0B5-4A8A-A83C-E0906974F1F9}" dt="2026-06-11T23:40:35.499" v="1775" actId="20577"/>
          <ac:spMkLst>
            <pc:docMk/>
            <pc:sldMk cId="2520910837" sldId="2147481680"/>
            <ac:spMk id="4" creationId="{13174169-76F7-EB7C-7AE1-63AD89090B9A}"/>
          </ac:spMkLst>
        </pc:spChg>
      </pc:sldChg>
      <pc:sldChg chg="modSp add mod">
        <pc:chgData name="Vu Thi Dung TTKT" userId="c9adaa4d-0a88-45f5-b5c1-370849f8847f" providerId="ADAL" clId="{C3C4C847-D0B5-4A8A-A83C-E0906974F1F9}" dt="2026-06-12T22:47:34.107" v="2099" actId="20577"/>
        <pc:sldMkLst>
          <pc:docMk/>
          <pc:sldMk cId="3083698500" sldId="2147481681"/>
        </pc:sldMkLst>
        <pc:spChg chg="mod">
          <ac:chgData name="Vu Thi Dung TTKT" userId="c9adaa4d-0a88-45f5-b5c1-370849f8847f" providerId="ADAL" clId="{C3C4C847-D0B5-4A8A-A83C-E0906974F1F9}" dt="2026-06-11T23:41:13.687" v="1812" actId="20577"/>
          <ac:spMkLst>
            <pc:docMk/>
            <pc:sldMk cId="3083698500" sldId="2147481681"/>
            <ac:spMk id="2" creationId="{1645D10F-2148-3B1E-140C-E6B86C878D7D}"/>
          </ac:spMkLst>
        </pc:spChg>
        <pc:spChg chg="mod">
          <ac:chgData name="Vu Thi Dung TTKT" userId="c9adaa4d-0a88-45f5-b5c1-370849f8847f" providerId="ADAL" clId="{C3C4C847-D0B5-4A8A-A83C-E0906974F1F9}" dt="2026-06-12T22:47:34.107" v="2099" actId="20577"/>
          <ac:spMkLst>
            <pc:docMk/>
            <pc:sldMk cId="3083698500" sldId="2147481681"/>
            <ac:spMk id="4" creationId="{8B3DD04D-E5CD-35E4-09DA-E320CCB10358}"/>
          </ac:spMkLst>
        </pc:spChg>
      </pc:sldChg>
      <pc:sldChg chg="modSp add mod">
        <pc:chgData name="Vu Thi Dung TTKT" userId="c9adaa4d-0a88-45f5-b5c1-370849f8847f" providerId="ADAL" clId="{C3C4C847-D0B5-4A8A-A83C-E0906974F1F9}" dt="2026-06-14T07:37:26.223" v="4050" actId="20577"/>
        <pc:sldMkLst>
          <pc:docMk/>
          <pc:sldMk cId="305153653" sldId="2147481682"/>
        </pc:sldMkLst>
        <pc:spChg chg="mod">
          <ac:chgData name="Vu Thi Dung TTKT" userId="c9adaa4d-0a88-45f5-b5c1-370849f8847f" providerId="ADAL" clId="{C3C4C847-D0B5-4A8A-A83C-E0906974F1F9}" dt="2026-06-07T02:43:47.717" v="458" actId="20577"/>
          <ac:spMkLst>
            <pc:docMk/>
            <pc:sldMk cId="305153653" sldId="2147481682"/>
            <ac:spMk id="2" creationId="{1DE8F15F-BE5D-4B05-1C2D-FFF4739DD74F}"/>
          </ac:spMkLst>
        </pc:spChg>
        <pc:spChg chg="mod">
          <ac:chgData name="Vu Thi Dung TTKT" userId="c9adaa4d-0a88-45f5-b5c1-370849f8847f" providerId="ADAL" clId="{C3C4C847-D0B5-4A8A-A83C-E0906974F1F9}" dt="2026-06-14T07:37:26.223" v="4050" actId="20577"/>
          <ac:spMkLst>
            <pc:docMk/>
            <pc:sldMk cId="305153653" sldId="2147481682"/>
            <ac:spMk id="4" creationId="{820ED9F8-1221-CDEC-869B-CB77D052A9DF}"/>
          </ac:spMkLst>
        </pc:spChg>
      </pc:sldChg>
      <pc:sldChg chg="addSp delSp modSp add mod">
        <pc:chgData name="Vu Thi Dung TTKT" userId="c9adaa4d-0a88-45f5-b5c1-370849f8847f" providerId="ADAL" clId="{C3C4C847-D0B5-4A8A-A83C-E0906974F1F9}" dt="2026-06-14T07:37:53.955" v="4052" actId="1076"/>
        <pc:sldMkLst>
          <pc:docMk/>
          <pc:sldMk cId="2327896267" sldId="2147481684"/>
        </pc:sldMkLst>
        <pc:spChg chg="mod">
          <ac:chgData name="Vu Thi Dung TTKT" userId="c9adaa4d-0a88-45f5-b5c1-370849f8847f" providerId="ADAL" clId="{C3C4C847-D0B5-4A8A-A83C-E0906974F1F9}" dt="2026-06-12T22:55:37.816" v="2335" actId="20577"/>
          <ac:spMkLst>
            <pc:docMk/>
            <pc:sldMk cId="2327896267" sldId="2147481684"/>
            <ac:spMk id="2" creationId="{0391ACB1-2807-D156-2D03-92493DB460E2}"/>
          </ac:spMkLst>
        </pc:spChg>
        <pc:spChg chg="mod">
          <ac:chgData name="Vu Thi Dung TTKT" userId="c9adaa4d-0a88-45f5-b5c1-370849f8847f" providerId="ADAL" clId="{C3C4C847-D0B5-4A8A-A83C-E0906974F1F9}" dt="2026-06-14T07:37:48.981" v="4051" actId="20577"/>
          <ac:spMkLst>
            <pc:docMk/>
            <pc:sldMk cId="2327896267" sldId="2147481684"/>
            <ac:spMk id="4" creationId="{D46D2761-54B7-2583-41D0-B70FD099A147}"/>
          </ac:spMkLst>
        </pc:spChg>
        <pc:graphicFrameChg chg="add mod modGraphic">
          <ac:chgData name="Vu Thi Dung TTKT" userId="c9adaa4d-0a88-45f5-b5c1-370849f8847f" providerId="ADAL" clId="{C3C4C847-D0B5-4A8A-A83C-E0906974F1F9}" dt="2026-06-14T07:37:53.955" v="4052" actId="1076"/>
          <ac:graphicFrameMkLst>
            <pc:docMk/>
            <pc:sldMk cId="2327896267" sldId="2147481684"/>
            <ac:graphicFrameMk id="3" creationId="{E931065D-FE48-DC08-3A95-ADFC51907FA9}"/>
          </ac:graphicFrameMkLst>
        </pc:graphicFrameChg>
        <pc:picChg chg="add del mod">
          <ac:chgData name="Vu Thi Dung TTKT" userId="c9adaa4d-0a88-45f5-b5c1-370849f8847f" providerId="ADAL" clId="{C3C4C847-D0B5-4A8A-A83C-E0906974F1F9}" dt="2026-06-13T13:43:23.260" v="3204" actId="478"/>
          <ac:picMkLst>
            <pc:docMk/>
            <pc:sldMk cId="2327896267" sldId="2147481684"/>
            <ac:picMk id="5" creationId="{A0C6308A-78F6-4B0E-693A-A861EB779C37}"/>
          </ac:picMkLst>
        </pc:picChg>
      </pc:sldChg>
      <pc:sldChg chg="modSp add mod">
        <pc:chgData name="Vu Thi Dung TTKT" userId="c9adaa4d-0a88-45f5-b5c1-370849f8847f" providerId="ADAL" clId="{C3C4C847-D0B5-4A8A-A83C-E0906974F1F9}" dt="2026-06-14T07:38:36.886" v="4083" actId="20577"/>
        <pc:sldMkLst>
          <pc:docMk/>
          <pc:sldMk cId="2148464047" sldId="2147481685"/>
        </pc:sldMkLst>
        <pc:spChg chg="mod">
          <ac:chgData name="Vu Thi Dung TTKT" userId="c9adaa4d-0a88-45f5-b5c1-370849f8847f" providerId="ADAL" clId="{C3C4C847-D0B5-4A8A-A83C-E0906974F1F9}" dt="2026-06-07T02:46:02.151" v="534" actId="20577"/>
          <ac:spMkLst>
            <pc:docMk/>
            <pc:sldMk cId="2148464047" sldId="2147481685"/>
            <ac:spMk id="2" creationId="{63F5A859-1028-A9C2-4824-67E5C3330C41}"/>
          </ac:spMkLst>
        </pc:spChg>
        <pc:spChg chg="mod">
          <ac:chgData name="Vu Thi Dung TTKT" userId="c9adaa4d-0a88-45f5-b5c1-370849f8847f" providerId="ADAL" clId="{C3C4C847-D0B5-4A8A-A83C-E0906974F1F9}" dt="2026-06-14T07:38:36.886" v="4083" actId="20577"/>
          <ac:spMkLst>
            <pc:docMk/>
            <pc:sldMk cId="2148464047" sldId="2147481685"/>
            <ac:spMk id="4" creationId="{8470AB1E-88C2-C4CD-5385-9DAB6ED9BD00}"/>
          </ac:spMkLst>
        </pc:spChg>
      </pc:sldChg>
      <pc:sldChg chg="addSp delSp modSp add mod">
        <pc:chgData name="Vu Thi Dung TTKT" userId="c9adaa4d-0a88-45f5-b5c1-370849f8847f" providerId="ADAL" clId="{C3C4C847-D0B5-4A8A-A83C-E0906974F1F9}" dt="2026-06-14T07:39:50.090" v="4092" actId="20577"/>
        <pc:sldMkLst>
          <pc:docMk/>
          <pc:sldMk cId="2401087800" sldId="2147481686"/>
        </pc:sldMkLst>
        <pc:spChg chg="mod">
          <ac:chgData name="Vu Thi Dung TTKT" userId="c9adaa4d-0a88-45f5-b5c1-370849f8847f" providerId="ADAL" clId="{C3C4C847-D0B5-4A8A-A83C-E0906974F1F9}" dt="2026-06-07T02:46:48.642" v="585" actId="20577"/>
          <ac:spMkLst>
            <pc:docMk/>
            <pc:sldMk cId="2401087800" sldId="2147481686"/>
            <ac:spMk id="2" creationId="{68F544BF-FF37-09AB-6424-3FE621CFBB0D}"/>
          </ac:spMkLst>
        </pc:spChg>
        <pc:spChg chg="mod">
          <ac:chgData name="Vu Thi Dung TTKT" userId="c9adaa4d-0a88-45f5-b5c1-370849f8847f" providerId="ADAL" clId="{C3C4C847-D0B5-4A8A-A83C-E0906974F1F9}" dt="2026-06-07T02:48:08.345" v="602" actId="108"/>
          <ac:spMkLst>
            <pc:docMk/>
            <pc:sldMk cId="2401087800" sldId="2147481686"/>
            <ac:spMk id="4" creationId="{37A71D95-01F0-6234-EBD9-5CE7262EB6AC}"/>
          </ac:spMkLst>
        </pc:spChg>
        <pc:spChg chg="add mod">
          <ac:chgData name="Vu Thi Dung TTKT" userId="c9adaa4d-0a88-45f5-b5c1-370849f8847f" providerId="ADAL" clId="{C3C4C847-D0B5-4A8A-A83C-E0906974F1F9}" dt="2026-06-14T07:39:50.090" v="4092" actId="20577"/>
          <ac:spMkLst>
            <pc:docMk/>
            <pc:sldMk cId="2401087800" sldId="2147481686"/>
            <ac:spMk id="5" creationId="{77759F58-4A35-E177-4AAB-25ED30797837}"/>
          </ac:spMkLst>
        </pc:spChg>
        <pc:graphicFrameChg chg="add mod modGraphic">
          <ac:chgData name="Vu Thi Dung TTKT" userId="c9adaa4d-0a88-45f5-b5c1-370849f8847f" providerId="ADAL" clId="{C3C4C847-D0B5-4A8A-A83C-E0906974F1F9}" dt="2026-06-13T13:50:42.083" v="3286" actId="14734"/>
          <ac:graphicFrameMkLst>
            <pc:docMk/>
            <pc:sldMk cId="2401087800" sldId="2147481686"/>
            <ac:graphicFrameMk id="3" creationId="{E64F6E6A-E3CC-8B09-010E-22DFA932EC7B}"/>
          </ac:graphicFrameMkLst>
        </pc:graphicFrameChg>
        <pc:picChg chg="add del mod">
          <ac:chgData name="Vu Thi Dung TTKT" userId="c9adaa4d-0a88-45f5-b5c1-370849f8847f" providerId="ADAL" clId="{C3C4C847-D0B5-4A8A-A83C-E0906974F1F9}" dt="2026-06-13T13:46:32.919" v="3277" actId="478"/>
          <ac:picMkLst>
            <pc:docMk/>
            <pc:sldMk cId="2401087800" sldId="2147481686"/>
            <ac:picMk id="7" creationId="{B869F4E6-56BA-6FC9-3544-8217A32472AC}"/>
          </ac:picMkLst>
        </pc:picChg>
      </pc:sldChg>
      <pc:sldChg chg="addSp delSp modSp add mod">
        <pc:chgData name="Vu Thi Dung TTKT" userId="c9adaa4d-0a88-45f5-b5c1-370849f8847f" providerId="ADAL" clId="{C3C4C847-D0B5-4A8A-A83C-E0906974F1F9}" dt="2026-06-14T07:56:05.795" v="4293" actId="1076"/>
        <pc:sldMkLst>
          <pc:docMk/>
          <pc:sldMk cId="590130662" sldId="2147481687"/>
        </pc:sldMkLst>
        <pc:spChg chg="mod">
          <ac:chgData name="Vu Thi Dung TTKT" userId="c9adaa4d-0a88-45f5-b5c1-370849f8847f" providerId="ADAL" clId="{C3C4C847-D0B5-4A8A-A83C-E0906974F1F9}" dt="2026-06-14T07:52:28.350" v="4177" actId="6549"/>
          <ac:spMkLst>
            <pc:docMk/>
            <pc:sldMk cId="590130662" sldId="2147481687"/>
            <ac:spMk id="2" creationId="{F9AA5EA0-DC8C-751C-0F77-48C2707E1545}"/>
          </ac:spMkLst>
        </pc:spChg>
        <pc:spChg chg="mod">
          <ac:chgData name="Vu Thi Dung TTKT" userId="c9adaa4d-0a88-45f5-b5c1-370849f8847f" providerId="ADAL" clId="{C3C4C847-D0B5-4A8A-A83C-E0906974F1F9}" dt="2026-06-14T07:54:44.722" v="4267"/>
          <ac:spMkLst>
            <pc:docMk/>
            <pc:sldMk cId="590130662" sldId="2147481687"/>
            <ac:spMk id="4" creationId="{47F8A0CC-EB0B-7AF4-F99D-8F4882B72D9E}"/>
          </ac:spMkLst>
        </pc:spChg>
        <pc:spChg chg="add mod">
          <ac:chgData name="Vu Thi Dung TTKT" userId="c9adaa4d-0a88-45f5-b5c1-370849f8847f" providerId="ADAL" clId="{C3C4C847-D0B5-4A8A-A83C-E0906974F1F9}" dt="2026-06-14T07:56:05.795" v="4293" actId="1076"/>
          <ac:spMkLst>
            <pc:docMk/>
            <pc:sldMk cId="590130662" sldId="2147481687"/>
            <ac:spMk id="5" creationId="{77A70E4F-AC7C-CF02-A1CE-AC504A354721}"/>
          </ac:spMkLst>
        </pc:spChg>
      </pc:sldChg>
      <pc:sldChg chg="modSp add mod">
        <pc:chgData name="Vu Thi Dung TTKT" userId="c9adaa4d-0a88-45f5-b5c1-370849f8847f" providerId="ADAL" clId="{C3C4C847-D0B5-4A8A-A83C-E0906974F1F9}" dt="2026-06-14T07:41:01.731" v="4104" actId="114"/>
        <pc:sldMkLst>
          <pc:docMk/>
          <pc:sldMk cId="156719871" sldId="2147481688"/>
        </pc:sldMkLst>
        <pc:spChg chg="mod">
          <ac:chgData name="Vu Thi Dung TTKT" userId="c9adaa4d-0a88-45f5-b5c1-370849f8847f" providerId="ADAL" clId="{C3C4C847-D0B5-4A8A-A83C-E0906974F1F9}" dt="2026-06-12T23:03:36.216" v="2412" actId="20577"/>
          <ac:spMkLst>
            <pc:docMk/>
            <pc:sldMk cId="156719871" sldId="2147481688"/>
            <ac:spMk id="2" creationId="{E0940007-4897-14D5-B9B4-36E17423D04A}"/>
          </ac:spMkLst>
        </pc:spChg>
        <pc:spChg chg="mod">
          <ac:chgData name="Vu Thi Dung TTKT" userId="c9adaa4d-0a88-45f5-b5c1-370849f8847f" providerId="ADAL" clId="{C3C4C847-D0B5-4A8A-A83C-E0906974F1F9}" dt="2026-06-14T07:41:01.731" v="4104" actId="114"/>
          <ac:spMkLst>
            <pc:docMk/>
            <pc:sldMk cId="156719871" sldId="2147481688"/>
            <ac:spMk id="4" creationId="{B8579726-EE15-CDDF-D5ED-C928D975A7A2}"/>
          </ac:spMkLst>
        </pc:spChg>
      </pc:sldChg>
      <pc:sldChg chg="addSp delSp modSp add mod">
        <pc:chgData name="Vu Thi Dung TTKT" userId="c9adaa4d-0a88-45f5-b5c1-370849f8847f" providerId="ADAL" clId="{C3C4C847-D0B5-4A8A-A83C-E0906974F1F9}" dt="2026-06-13T14:14:11.121" v="3977"/>
        <pc:sldMkLst>
          <pc:docMk/>
          <pc:sldMk cId="1428869567" sldId="2147481689"/>
        </pc:sldMkLst>
        <pc:spChg chg="mod">
          <ac:chgData name="Vu Thi Dung TTKT" userId="c9adaa4d-0a88-45f5-b5c1-370849f8847f" providerId="ADAL" clId="{C3C4C847-D0B5-4A8A-A83C-E0906974F1F9}" dt="2026-06-07T02:51:14.690" v="722" actId="20577"/>
          <ac:spMkLst>
            <pc:docMk/>
            <pc:sldMk cId="1428869567" sldId="2147481689"/>
            <ac:spMk id="2" creationId="{25AC4183-64E4-76DD-F926-366C7E1C0B72}"/>
          </ac:spMkLst>
        </pc:spChg>
        <pc:spChg chg="add mod">
          <ac:chgData name="Vu Thi Dung TTKT" userId="c9adaa4d-0a88-45f5-b5c1-370849f8847f" providerId="ADAL" clId="{C3C4C847-D0B5-4A8A-A83C-E0906974F1F9}" dt="2026-06-13T14:13:54.200" v="3975" actId="404"/>
          <ac:spMkLst>
            <pc:docMk/>
            <pc:sldMk cId="1428869567" sldId="2147481689"/>
            <ac:spMk id="6" creationId="{3F4CFF06-4297-97FA-82D3-12222CE24561}"/>
          </ac:spMkLst>
        </pc:spChg>
        <pc:graphicFrameChg chg="add mod modGraphic">
          <ac:chgData name="Vu Thi Dung TTKT" userId="c9adaa4d-0a88-45f5-b5c1-370849f8847f" providerId="ADAL" clId="{C3C4C847-D0B5-4A8A-A83C-E0906974F1F9}" dt="2026-06-13T14:14:11.121" v="3977"/>
          <ac:graphicFrameMkLst>
            <pc:docMk/>
            <pc:sldMk cId="1428869567" sldId="2147481689"/>
            <ac:graphicFrameMk id="3" creationId="{FE95DCF3-6A46-0BA4-7A89-5D43C033BC94}"/>
          </ac:graphicFrameMkLst>
        </pc:graphicFrameChg>
        <pc:graphicFrameChg chg="add del mod modGraphic">
          <ac:chgData name="Vu Thi Dung TTKT" userId="c9adaa4d-0a88-45f5-b5c1-370849f8847f" providerId="ADAL" clId="{C3C4C847-D0B5-4A8A-A83C-E0906974F1F9}" dt="2026-06-13T14:10:58.775" v="3926" actId="478"/>
          <ac:graphicFrameMkLst>
            <pc:docMk/>
            <pc:sldMk cId="1428869567" sldId="2147481689"/>
            <ac:graphicFrameMk id="5" creationId="{40FA87C4-F5A5-F005-901F-2C9F05E0C664}"/>
          </ac:graphicFrameMkLst>
        </pc:graphicFrameChg>
      </pc:sldChg>
      <pc:sldChg chg="delSp modSp add mod">
        <pc:chgData name="Vu Thi Dung TTKT" userId="c9adaa4d-0a88-45f5-b5c1-370849f8847f" providerId="ADAL" clId="{C3C4C847-D0B5-4A8A-A83C-E0906974F1F9}" dt="2026-06-07T02:52:36.652" v="772" actId="478"/>
        <pc:sldMkLst>
          <pc:docMk/>
          <pc:sldMk cId="2408464664" sldId="2147481690"/>
        </pc:sldMkLst>
        <pc:spChg chg="mod">
          <ac:chgData name="Vu Thi Dung TTKT" userId="c9adaa4d-0a88-45f5-b5c1-370849f8847f" providerId="ADAL" clId="{C3C4C847-D0B5-4A8A-A83C-E0906974F1F9}" dt="2026-06-07T02:52:30.028" v="771" actId="1076"/>
          <ac:spMkLst>
            <pc:docMk/>
            <pc:sldMk cId="2408464664" sldId="2147481690"/>
            <ac:spMk id="4" creationId="{BE1C857A-B330-A271-DF5B-86DAC8C8C502}"/>
          </ac:spMkLst>
        </pc:spChg>
        <pc:spChg chg="mod">
          <ac:chgData name="Vu Thi Dung TTKT" userId="c9adaa4d-0a88-45f5-b5c1-370849f8847f" providerId="ADAL" clId="{C3C4C847-D0B5-4A8A-A83C-E0906974F1F9}" dt="2026-06-07T02:52:20.477" v="766" actId="403"/>
          <ac:spMkLst>
            <pc:docMk/>
            <pc:sldMk cId="2408464664" sldId="2147481690"/>
            <ac:spMk id="16" creationId="{0CF2A5AF-AA78-9074-EF41-4C2F81DEE7B4}"/>
          </ac:spMkLst>
        </pc:spChg>
      </pc:sldChg>
      <pc:sldChg chg="addSp delSp modSp new mod">
        <pc:chgData name="Vu Thi Dung TTKT" userId="c9adaa4d-0a88-45f5-b5c1-370849f8847f" providerId="ADAL" clId="{C3C4C847-D0B5-4A8A-A83C-E0906974F1F9}" dt="2026-06-14T07:33:44.968" v="4047" actId="113"/>
        <pc:sldMkLst>
          <pc:docMk/>
          <pc:sldMk cId="1081412088" sldId="2147481691"/>
        </pc:sldMkLst>
        <pc:spChg chg="add mod">
          <ac:chgData name="Vu Thi Dung TTKT" userId="c9adaa4d-0a88-45f5-b5c1-370849f8847f" providerId="ADAL" clId="{C3C4C847-D0B5-4A8A-A83C-E0906974F1F9}" dt="2026-06-13T00:01:21.489" v="3128" actId="20577"/>
          <ac:spMkLst>
            <pc:docMk/>
            <pc:sldMk cId="1081412088" sldId="2147481691"/>
            <ac:spMk id="2" creationId="{54B1AA04-C924-BA29-F8C2-57420BF35451}"/>
          </ac:spMkLst>
        </pc:spChg>
        <pc:spChg chg="add del mod">
          <ac:chgData name="Vu Thi Dung TTKT" userId="c9adaa4d-0a88-45f5-b5c1-370849f8847f" providerId="ADAL" clId="{C3C4C847-D0B5-4A8A-A83C-E0906974F1F9}" dt="2026-06-13T14:18:20.251" v="3999" actId="478"/>
          <ac:spMkLst>
            <pc:docMk/>
            <pc:sldMk cId="1081412088" sldId="2147481691"/>
            <ac:spMk id="4" creationId="{4C9975BD-49B8-E843-2D16-F39CF53C83E3}"/>
          </ac:spMkLst>
        </pc:spChg>
        <pc:spChg chg="add mod">
          <ac:chgData name="Vu Thi Dung TTKT" userId="c9adaa4d-0a88-45f5-b5c1-370849f8847f" providerId="ADAL" clId="{C3C4C847-D0B5-4A8A-A83C-E0906974F1F9}" dt="2026-06-14T07:33:33.917" v="4046" actId="1076"/>
          <ac:spMkLst>
            <pc:docMk/>
            <pc:sldMk cId="1081412088" sldId="2147481691"/>
            <ac:spMk id="6" creationId="{883B93FB-DAB6-C66A-7E8A-9FD774A81890}"/>
          </ac:spMkLst>
        </pc:spChg>
        <pc:spChg chg="add mod">
          <ac:chgData name="Vu Thi Dung TTKT" userId="c9adaa4d-0a88-45f5-b5c1-370849f8847f" providerId="ADAL" clId="{C3C4C847-D0B5-4A8A-A83C-E0906974F1F9}" dt="2026-06-13T14:19:13.786" v="4018" actId="1076"/>
          <ac:spMkLst>
            <pc:docMk/>
            <pc:sldMk cId="1081412088" sldId="2147481691"/>
            <ac:spMk id="7" creationId="{E3B76AD8-E195-6AFD-7FBF-BF639D5FFB7B}"/>
          </ac:spMkLst>
        </pc:spChg>
        <pc:graphicFrameChg chg="add mod modGraphic">
          <ac:chgData name="Vu Thi Dung TTKT" userId="c9adaa4d-0a88-45f5-b5c1-370849f8847f" providerId="ADAL" clId="{C3C4C847-D0B5-4A8A-A83C-E0906974F1F9}" dt="2026-06-14T07:33:44.968" v="4047" actId="113"/>
          <ac:graphicFrameMkLst>
            <pc:docMk/>
            <pc:sldMk cId="1081412088" sldId="2147481691"/>
            <ac:graphicFrameMk id="3" creationId="{A3304941-5E0B-A76B-BDEF-74132BD72FF5}"/>
          </ac:graphicFrameMkLst>
        </pc:graphicFrameChg>
        <pc:graphicFrameChg chg="add del mod modGraphic">
          <ac:chgData name="Vu Thi Dung TTKT" userId="c9adaa4d-0a88-45f5-b5c1-370849f8847f" providerId="ADAL" clId="{C3C4C847-D0B5-4A8A-A83C-E0906974F1F9}" dt="2026-06-13T14:17:52.742" v="3988" actId="478"/>
          <ac:graphicFrameMkLst>
            <pc:docMk/>
            <pc:sldMk cId="1081412088" sldId="2147481691"/>
            <ac:graphicFrameMk id="5" creationId="{36B8F163-F86B-E6DC-D3CA-16656826E9A7}"/>
          </ac:graphicFrameMkLst>
        </pc:graphicFrameChg>
        <pc:graphicFrameChg chg="add del mod modGraphic">
          <ac:chgData name="Vu Thi Dung TTKT" userId="c9adaa4d-0a88-45f5-b5c1-370849f8847f" providerId="ADAL" clId="{C3C4C847-D0B5-4A8A-A83C-E0906974F1F9}" dt="2026-06-14T07:32:56.217" v="4034" actId="478"/>
          <ac:graphicFrameMkLst>
            <pc:docMk/>
            <pc:sldMk cId="1081412088" sldId="2147481691"/>
            <ac:graphicFrameMk id="8" creationId="{D8F89CC3-5CDE-76CD-58A8-4F8783ECE872}"/>
          </ac:graphicFrameMkLst>
        </pc:graphicFrameChg>
      </pc:sldChg>
      <pc:sldMasterChg chg="delSldLayout">
        <pc:chgData name="Vu Thi Dung TTKT" userId="c9adaa4d-0a88-45f5-b5c1-370849f8847f" providerId="ADAL" clId="{C3C4C847-D0B5-4A8A-A83C-E0906974F1F9}" dt="2026-06-07T02:08:27.734" v="59" actId="47"/>
        <pc:sldMasterMkLst>
          <pc:docMk/>
          <pc:sldMasterMk cId="0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F3955-AB83-06E6-CA7E-BE65BACBB7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BEBB7-BBF2-E039-3C44-6DB09E668D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8BC6E-E58B-4B6F-A8E1-99B6F494FF9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DB54D-A8D8-F743-CEBA-AC6E225069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DE7DD-3957-D2DC-4E98-65B41E737A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AC566-8E64-4CC9-9774-07EA4705A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362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82BE8-FA11-42B2-8EA7-783C763C45C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3CD14-44E1-4AA2-8FF0-B249F2CF2D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327" y="5807575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0800" y="6614582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9600" y="6614583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4D7F3-EE09-F514-86D2-A45BE4B7069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785200" cy="731520"/>
          </a:xfrm>
          <a:prstGeom prst="rect">
            <a:avLst/>
          </a:prstGeom>
        </p:spPr>
      </p:pic>
      <p:pic>
        <p:nvPicPr>
          <p:cNvPr id="8" name="Picture 7" descr="A green and blue logo&#10;&#10;Description automatically generated">
            <a:extLst>
              <a:ext uri="{FF2B5EF4-FFF2-40B4-BE49-F238E27FC236}">
                <a16:creationId xmlns:a16="http://schemas.microsoft.com/office/drawing/2014/main" id="{21F42E00-BD5D-7BC0-B00B-824F7E379F0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978" y="0"/>
            <a:ext cx="716022" cy="7315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44AA6B-C9BE-99CD-3A7D-42455419FDD5}"/>
              </a:ext>
            </a:extLst>
          </p:cNvPr>
          <p:cNvCxnSpPr/>
          <p:nvPr userDrawn="1"/>
        </p:nvCxnSpPr>
        <p:spPr>
          <a:xfrm>
            <a:off x="0" y="768541"/>
            <a:ext cx="1159192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A7A31-BDE3-184C-D28E-A5155A52A872}"/>
              </a:ext>
            </a:extLst>
          </p:cNvPr>
          <p:cNvCxnSpPr/>
          <p:nvPr userDrawn="1"/>
        </p:nvCxnSpPr>
        <p:spPr>
          <a:xfrm>
            <a:off x="11591925" y="768541"/>
            <a:ext cx="600075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A24F-14D8-74BB-4893-EC96ED5D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94CB0446-E715-B427-1570-7A0E855C0EFB}"/>
              </a:ext>
            </a:extLst>
          </p:cNvPr>
          <p:cNvSpPr/>
          <p:nvPr/>
        </p:nvSpPr>
        <p:spPr>
          <a:xfrm>
            <a:off x="-1310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6138"/>
                      </a14:imgEffect>
                      <a14:imgEffect>
                        <a14:saturation sat="262000"/>
                      </a14:imgEffect>
                    </a14:imgLayer>
                  </a14:imgProps>
                </a:ext>
              </a:extLst>
            </a:blip>
            <a:stretch>
              <a:fillRect t="-16666" b="-16666"/>
            </a:stretch>
          </a:blip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green and blue logo&#10;&#10;Description automatically generated">
            <a:extLst>
              <a:ext uri="{FF2B5EF4-FFF2-40B4-BE49-F238E27FC236}">
                <a16:creationId xmlns:a16="http://schemas.microsoft.com/office/drawing/2014/main" id="{E3C2E724-DE06-7052-C7FE-3944300B57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174" y="25954"/>
            <a:ext cx="1188720" cy="1214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89338-A79F-770A-0380-B9589D99FD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" y="25954"/>
            <a:ext cx="1188354" cy="12161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514E13F-6DE3-E988-44E1-6CFEB6E373D8}"/>
              </a:ext>
            </a:extLst>
          </p:cNvPr>
          <p:cNvSpPr/>
          <p:nvPr/>
        </p:nvSpPr>
        <p:spPr>
          <a:xfrm>
            <a:off x="239283" y="544610"/>
            <a:ext cx="12190476" cy="278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Đề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xuất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ý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tưởng</a:t>
            </a:r>
            <a:endParaRPr lang="vi-VN" sz="3200" b="1" dirty="0">
              <a:solidFill>
                <a:schemeClr val="bg1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555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Seismic Attribute Recommendation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lnSpc>
                <a:spcPts val="555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workflow</a:t>
            </a:r>
          </a:p>
        </p:txBody>
      </p:sp>
    </p:spTree>
    <p:extLst>
      <p:ext uri="{BB962C8B-B14F-4D97-AF65-F5344CB8AC3E}">
        <p14:creationId xmlns:p14="http://schemas.microsoft.com/office/powerpoint/2010/main" val="214324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A620-3652-7DE5-E0E4-CC24AFC7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33EB5-DABF-AFE7-B3C3-BAD6C689F5E3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TRẠNG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74169-76F7-EB7C-7AE1-63AD89090B9A}"/>
              </a:ext>
            </a:extLst>
          </p:cNvPr>
          <p:cNvSpPr txBox="1"/>
          <p:nvPr/>
        </p:nvSpPr>
        <p:spPr>
          <a:xfrm>
            <a:off x="90918" y="1099751"/>
            <a:ext cx="118944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bài toán thực tế trong minh giải địa chấn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seismic attributes ngày càng lớn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 trình lựa chọn còn mang tính thử – sai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nhiều vào kinh nghiệm cá nhân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 chuẩn hóa giữa các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 tái sử dụng kinh nghiệm giữa các dự á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n;</a:t>
            </a:r>
          </a:p>
          <a:p>
            <a:endParaRPr lang="vi-VN" sz="2800" i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91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1AE2-7C9E-D2D1-FDB5-A83DBCB2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5D10F-2148-3B1E-140C-E6B86C878D7D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 ĐỀ CỐT LÕI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DD04D-E5CD-35E4-09DA-E320CCB10358}"/>
              </a:ext>
            </a:extLst>
          </p:cNvPr>
          <p:cNvSpPr txBox="1"/>
          <p:nvPr/>
        </p:nvSpPr>
        <p:spPr>
          <a:xfrm>
            <a:off x="90918" y="1099751"/>
            <a:ext cx="118944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>
                <a:solidFill>
                  <a:srgbClr val="336699"/>
                </a:solidFill>
                <a:latin typeface="+mj-lt"/>
              </a:rPr>
              <a:t>Hiện nay:</a:t>
            </a:r>
            <a:r>
              <a:rPr lang="en-US" sz="2800" b="1" i="1" dirty="0">
                <a:solidFill>
                  <a:srgbClr val="336699"/>
                </a:solidFill>
                <a:latin typeface="+mj-lt"/>
              </a:rPr>
              <a:t>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b="1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2800" b="1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b="1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800" b="1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endParaRPr lang="vi-VN" sz="2800" b="1" i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+mj-lt"/>
              </a:rPr>
              <a:t>Kinh nghiệm lựa chọn thuộc tính chủ yếu nằm trong </a:t>
            </a:r>
            <a:r>
              <a:rPr lang="en-US" sz="2800" dirty="0" err="1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kinh</a:t>
            </a:r>
            <a:r>
              <a:rPr lang="en-US" sz="2800" dirty="0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nghiệm</a:t>
            </a:r>
            <a:r>
              <a:rPr lang="en-US" sz="2800" dirty="0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từng</a:t>
            </a:r>
            <a:r>
              <a:rPr lang="vi-VN" sz="2800" dirty="0">
                <a:solidFill>
                  <a:srgbClr val="336699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336699"/>
                </a:solidFill>
                <a:latin typeface="+mj-lt"/>
              </a:rPr>
              <a:t>cá nhân</a:t>
            </a:r>
            <a:r>
              <a:rPr lang="en-US" sz="2800" dirty="0">
                <a:solidFill>
                  <a:srgbClr val="336699"/>
                </a:solidFill>
                <a:latin typeface="+mj-lt"/>
              </a:rPr>
              <a:t>;</a:t>
            </a:r>
            <a:endParaRPr lang="vi-VN" sz="2800" dirty="0">
              <a:solidFill>
                <a:srgbClr val="336699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+mj-lt"/>
              </a:rPr>
              <a:t>Nhiều workflow hiệu quả chưa được hệ thống hóa</a:t>
            </a:r>
            <a:r>
              <a:rPr lang="en-US" sz="2800" dirty="0">
                <a:solidFill>
                  <a:srgbClr val="336699"/>
                </a:solidFill>
                <a:latin typeface="+mj-lt"/>
              </a:rPr>
              <a:t>;</a:t>
            </a:r>
            <a:endParaRPr lang="vi-VN" sz="2800" dirty="0">
              <a:solidFill>
                <a:srgbClr val="336699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trẻ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336699"/>
                </a:solidFill>
                <a:latin typeface="+mj-lt"/>
              </a:rPr>
              <a:t>Các bài học kinh nghiệm khó tái sử dụng</a:t>
            </a:r>
          </a:p>
        </p:txBody>
      </p:sp>
    </p:spTree>
    <p:extLst>
      <p:ext uri="{BB962C8B-B14F-4D97-AF65-F5344CB8AC3E}">
        <p14:creationId xmlns:p14="http://schemas.microsoft.com/office/powerpoint/2010/main" val="308369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0062-BB9A-DE28-977A-7726122E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E8F15F-BE5D-4B05-1C2D-FFF4739DD74F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PHÁP ĐỀ XUẤT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ED9F8-1221-CDEC-869B-CB77D052A9DF}"/>
              </a:ext>
            </a:extLst>
          </p:cNvPr>
          <p:cNvSpPr txBox="1"/>
          <p:nvPr/>
        </p:nvSpPr>
        <p:spPr>
          <a:xfrm>
            <a:off x="90918" y="1099751"/>
            <a:ext cx="11894447" cy="4975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Attribute Recommendation-</a:t>
            </a:r>
          </a:p>
          <a:p>
            <a:pPr algn="ctr">
              <a:lnSpc>
                <a:spcPts val="5550"/>
              </a:lnSpc>
            </a:pP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AI.</a:t>
            </a:r>
          </a:p>
          <a:p>
            <a:r>
              <a:rPr lang="vi-VN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tiêu: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ợi ý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ái sử dụng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không nhằm: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thế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vi-VN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hay tự động minh giải địa chấ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endParaRPr lang="vi-VN" sz="28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5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D0B7-96DD-69CE-F8A1-0FF550AC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1ACB1-2807-D156-2D03-92493DB460E2}"/>
              </a:ext>
            </a:extLst>
          </p:cNvPr>
          <p:cNvSpPr txBox="1"/>
          <p:nvPr/>
        </p:nvSpPr>
        <p:spPr>
          <a:xfrm>
            <a:off x="844463" y="185055"/>
            <a:ext cx="10607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HỌC TỪ ĐÂU?</a:t>
            </a:r>
          </a:p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D2761-54B7-2583-41D0-B70FD099A147}"/>
              </a:ext>
            </a:extLst>
          </p:cNvPr>
          <p:cNvSpPr txBox="1"/>
          <p:nvPr/>
        </p:nvSpPr>
        <p:spPr>
          <a:xfrm>
            <a:off x="0" y="892921"/>
            <a:ext cx="118944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31065D-FE48-DC08-3A95-ADFC51907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695304"/>
              </p:ext>
            </p:extLst>
          </p:nvPr>
        </p:nvGraphicFramePr>
        <p:xfrm>
          <a:off x="163688" y="1908584"/>
          <a:ext cx="6579594" cy="3348990"/>
        </p:xfrm>
        <a:graphic>
          <a:graphicData uri="http://schemas.openxmlformats.org/drawingml/2006/table">
            <a:tbl>
              <a:tblPr/>
              <a:tblGrid>
                <a:gridCol w="3366901">
                  <a:extLst>
                    <a:ext uri="{9D8B030D-6E8A-4147-A177-3AD203B41FA5}">
                      <a16:colId xmlns:a16="http://schemas.microsoft.com/office/drawing/2014/main" val="1108290930"/>
                    </a:ext>
                  </a:extLst>
                </a:gridCol>
                <a:gridCol w="3212693">
                  <a:extLst>
                    <a:ext uri="{9D8B030D-6E8A-4147-A177-3AD203B41FA5}">
                      <a16:colId xmlns:a16="http://schemas.microsoft.com/office/drawing/2014/main" val="393563094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24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4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liệu</a:t>
                      </a:r>
                      <a:endParaRPr lang="en-US" sz="24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sz="24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dụ</a:t>
                      </a:r>
                      <a:endParaRPr lang="en-US" sz="24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065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tượng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chất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2073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Môi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Shallow marine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76903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Cấu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trúc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Faulted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81314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liệu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Tốt / Trung bình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54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PSTM/PSDM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922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Attributes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dụng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RMS, Sweetness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9436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Cao / Trung </a:t>
                      </a:r>
                      <a:r>
                        <a:rPr lang="en-US" sz="24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bình</a:t>
                      </a:r>
                      <a:endParaRPr lang="en-US" sz="24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028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Kiểm chứng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Well tie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5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89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F9B7-78FF-2A02-4175-641571FC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F5A859-1028-A9C2-4824-67E5C3330C41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LÝ HOẠT ĐỘNG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AB1E-88C2-C4CD-5385-9DAB6ED9BD00}"/>
              </a:ext>
            </a:extLst>
          </p:cNvPr>
          <p:cNvSpPr txBox="1"/>
          <p:nvPr/>
        </p:nvSpPr>
        <p:spPr>
          <a:xfrm>
            <a:off x="0" y="892923"/>
            <a:ext cx="11894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 đầu vào: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địa chất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 trường trầm tích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 điểm cấu trúc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 lượng dữ liệu địa chấn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</a:t>
            </a:r>
          </a:p>
          <a:p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máy đề xuất xử lý: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các nghiên cứu tương tự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hiệu quả attributes đã sử dụng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 hạng workflow phù hợp</a:t>
            </a:r>
          </a:p>
          <a:p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đầu ra: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 sách attributes đề xuất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 độ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nghiên cứu liên quan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từ historical studies</a:t>
            </a:r>
          </a:p>
        </p:txBody>
      </p:sp>
    </p:spTree>
    <p:extLst>
      <p:ext uri="{BB962C8B-B14F-4D97-AF65-F5344CB8AC3E}">
        <p14:creationId xmlns:p14="http://schemas.microsoft.com/office/powerpoint/2010/main" val="214846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972D-EC49-7A66-ACB2-3F46A398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F544BF-FF37-09AB-6424-3FE621CFBB0D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AI/ML SỬ DỤNG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71D95-01F0-6234-EBD9-5CE7262EB6AC}"/>
              </a:ext>
            </a:extLst>
          </p:cNvPr>
          <p:cNvSpPr txBox="1"/>
          <p:nvPr/>
        </p:nvSpPr>
        <p:spPr>
          <a:xfrm>
            <a:off x="0" y="919402"/>
            <a:ext cx="11894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AI/ML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59F58-4A35-E177-4AAB-25ED30797837}"/>
              </a:ext>
            </a:extLst>
          </p:cNvPr>
          <p:cNvSpPr txBox="1"/>
          <p:nvPr/>
        </p:nvSpPr>
        <p:spPr>
          <a:xfrm>
            <a:off x="12251" y="5159326"/>
            <a:ext cx="118944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vi-VN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sử dụng để hỗ trợ tìm kiếm, recommendation và tái sử dụng workflow minh giải đã được kiểm chứng</a:t>
            </a:r>
            <a:endParaRPr lang="en-US" sz="20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recommendation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lũy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0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4F6E6A-E3CC-8B09-010E-22DFA932E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721940"/>
              </p:ext>
            </p:extLst>
          </p:nvPr>
        </p:nvGraphicFramePr>
        <p:xfrm>
          <a:off x="184150" y="1561416"/>
          <a:ext cx="11550650" cy="3323590"/>
        </p:xfrm>
        <a:graphic>
          <a:graphicData uri="http://schemas.openxmlformats.org/drawingml/2006/table">
            <a:tbl>
              <a:tblPr/>
              <a:tblGrid>
                <a:gridCol w="2353243">
                  <a:extLst>
                    <a:ext uri="{9D8B030D-6E8A-4147-A177-3AD203B41FA5}">
                      <a16:colId xmlns:a16="http://schemas.microsoft.com/office/drawing/2014/main" val="3196025561"/>
                    </a:ext>
                  </a:extLst>
                </a:gridCol>
                <a:gridCol w="2245461">
                  <a:extLst>
                    <a:ext uri="{9D8B030D-6E8A-4147-A177-3AD203B41FA5}">
                      <a16:colId xmlns:a16="http://schemas.microsoft.com/office/drawing/2014/main" val="2446830592"/>
                    </a:ext>
                  </a:extLst>
                </a:gridCol>
                <a:gridCol w="3327003">
                  <a:extLst>
                    <a:ext uri="{9D8B030D-6E8A-4147-A177-3AD203B41FA5}">
                      <a16:colId xmlns:a16="http://schemas.microsoft.com/office/drawing/2014/main" val="2467581359"/>
                    </a:ext>
                  </a:extLst>
                </a:gridCol>
                <a:gridCol w="3624943">
                  <a:extLst>
                    <a:ext uri="{9D8B030D-6E8A-4147-A177-3AD203B41FA5}">
                      <a16:colId xmlns:a16="http://schemas.microsoft.com/office/drawing/2014/main" val="93344953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Chức năng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 nghệ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Giải thích ngắn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Lý do lựa chọn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5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Tìm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nghiên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cứu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tương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tự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Semantic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 nghệ tìm kiếm theo ngữ nghĩa thay vì tìm đúng từ khóa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Phù hợp khi số lượng nghiên cứu chưa lớn, dễ triển khai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52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Đo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mức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tương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giữa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các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nghiên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cứu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Embedding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tin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địa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và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workflow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thành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dữ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so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sánh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giống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nhau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cần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dữ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lớn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phù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đoạn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đầu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3126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Gợi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ý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thuộc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địa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chấn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Rule-based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Đưa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đề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dựa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bộ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quy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tắc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được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xây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dựng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từ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kinh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chuyên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Minh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bạch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dễ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chứng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phù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dữ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còn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ít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38226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Truy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bài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học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kinh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nghiệm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Natural Language Processing (NLP)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Đọc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và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tìm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kiếm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tin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trong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báo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cáo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theo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nội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dung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thay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vì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từ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khóa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Tận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dụng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được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tài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hiện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giảm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sức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tổng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hợp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37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08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D70C-9E7F-3E62-D8DB-840C0CA5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A5EA0-DC8C-751C-0F77-48C2707E1545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MINH HỌA NGUYÊN LÝ HOẠT ĐỘNG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8A0CC-EB0B-7AF4-F99D-8F4882B72D9E}"/>
              </a:ext>
            </a:extLst>
          </p:cNvPr>
          <p:cNvSpPr txBox="1"/>
          <p:nvPr/>
        </p:nvSpPr>
        <p:spPr>
          <a:xfrm>
            <a:off x="0" y="919402"/>
            <a:ext cx="1189444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vi-VN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Channel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Shallow marine clastic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vi-VN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</a:t>
            </a:r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attributes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u="sng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Danh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attributes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Sweetness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Amplitude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Decomposition</a:t>
            </a:r>
          </a:p>
          <a:p>
            <a:endParaRPr lang="vi-VN" sz="2400" u="sng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70E4F-AC7C-CF02-A1CE-AC504A354721}"/>
              </a:ext>
            </a:extLst>
          </p:cNvPr>
          <p:cNvSpPr txBox="1"/>
          <p:nvPr/>
        </p:nvSpPr>
        <p:spPr>
          <a:xfrm>
            <a:off x="7818121" y="4606913"/>
            <a:ext cx="61827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13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1D54-0970-C7CB-361E-51FBDE4B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40007-4897-14D5-B9B4-36E17423D04A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TRỊ KỲ VỌNG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79726-EE15-CDDF-D5ED-C928D975A7A2}"/>
              </a:ext>
            </a:extLst>
          </p:cNvPr>
          <p:cNvSpPr txBox="1"/>
          <p:nvPr/>
        </p:nvSpPr>
        <p:spPr>
          <a:xfrm>
            <a:off x="0" y="919402"/>
            <a:ext cx="118944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trị kỹ thuật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 tính nhất quán giữa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trị nhân sự</a:t>
            </a:r>
            <a:endParaRPr lang="en-US" sz="2400" b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 trợ đào tạo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trẻ 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worklow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 phụ thuộc vào kinh nghiệm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onboarding)</a:t>
            </a: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vi-VN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vi-VN" sz="2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trị chiến lược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 bước hình thành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hệ tri thức địa chất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vi-VN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số</a:t>
            </a:r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i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36F4-5720-0ACF-D298-944B6132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C4183-64E4-76DD-F926-366C7E1C0B72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VI TRIỂN KHAI THÍ ĐIỂM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95DCF3-6A46-0BA4-7A89-5D43C033B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87818"/>
              </p:ext>
            </p:extLst>
          </p:nvPr>
        </p:nvGraphicFramePr>
        <p:xfrm>
          <a:off x="316549" y="980242"/>
          <a:ext cx="11663134" cy="5018842"/>
        </p:xfrm>
        <a:graphic>
          <a:graphicData uri="http://schemas.openxmlformats.org/drawingml/2006/table">
            <a:tbl>
              <a:tblPr/>
              <a:tblGrid>
                <a:gridCol w="2972956">
                  <a:extLst>
                    <a:ext uri="{9D8B030D-6E8A-4147-A177-3AD203B41FA5}">
                      <a16:colId xmlns:a16="http://schemas.microsoft.com/office/drawing/2014/main" val="3458001367"/>
                    </a:ext>
                  </a:extLst>
                </a:gridCol>
                <a:gridCol w="1588118">
                  <a:extLst>
                    <a:ext uri="{9D8B030D-6E8A-4147-A177-3AD203B41FA5}">
                      <a16:colId xmlns:a16="http://schemas.microsoft.com/office/drawing/2014/main" val="1163700096"/>
                    </a:ext>
                  </a:extLst>
                </a:gridCol>
                <a:gridCol w="1943855">
                  <a:extLst>
                    <a:ext uri="{9D8B030D-6E8A-4147-A177-3AD203B41FA5}">
                      <a16:colId xmlns:a16="http://schemas.microsoft.com/office/drawing/2014/main" val="800943295"/>
                    </a:ext>
                  </a:extLst>
                </a:gridCol>
                <a:gridCol w="2972956">
                  <a:extLst>
                    <a:ext uri="{9D8B030D-6E8A-4147-A177-3AD203B41FA5}">
                      <a16:colId xmlns:a16="http://schemas.microsoft.com/office/drawing/2014/main" val="306744387"/>
                    </a:ext>
                  </a:extLst>
                </a:gridCol>
                <a:gridCol w="2185249">
                  <a:extLst>
                    <a:ext uri="{9D8B030D-6E8A-4147-A177-3AD203B41FA5}">
                      <a16:colId xmlns:a16="http://schemas.microsoft.com/office/drawing/2014/main" val="3759254681"/>
                    </a:ext>
                  </a:extLst>
                </a:gridCol>
              </a:tblGrid>
              <a:tr h="26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Giai </a:t>
                      </a:r>
                      <a:r>
                        <a:rPr lang="en-US" sz="16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đoạn</a:t>
                      </a:r>
                      <a:endParaRPr lang="en-US" sz="16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 gian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Mục tiêu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 việc thực hiện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16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</a:t>
                      </a:r>
                      <a:endParaRPr lang="en-US" sz="16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685111"/>
                  </a:ext>
                </a:extLst>
              </a:tr>
              <a:tr h="525809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GĐ1.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thư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viện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workflow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vi-VN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- 3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tháng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Chuẩn hóa kinh nghiệm minh giải thành dữ liệu có thể tái sử dụng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03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nghiên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cứu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(01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tượng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Bộ dữ liệu chuẩn hóa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612906"/>
                  </a:ext>
                </a:extLst>
              </a:tr>
              <a:tr h="7853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workflow, attributes,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Thư viện workflow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118247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thư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viện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workflow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Bộ tiêu chí đánh giá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015704"/>
                  </a:ext>
                </a:extLst>
              </a:tr>
              <a:tr h="525809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GĐ2.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cụ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lựa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attributes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vi-VN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-3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tháng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phiên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Xây bộ quy tắc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Prototype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728117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Xây giao diện thử nghiệm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Dashboard thử nghiệm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771396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Hiệu chỉnh cùng chuyên gia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287819"/>
                  </a:ext>
                </a:extLst>
              </a:tr>
              <a:tr h="525809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GĐ3.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Bổ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sung AI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kiếm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xuất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vi-VN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-3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tháng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Nâng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recommendation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bằng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Semantic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Recommendation có AI hỗ trợ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392149"/>
                  </a:ext>
                </a:extLst>
              </a:tr>
              <a:tr h="5258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Embedding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so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sánh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workflow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Truy xuất workflow tương tự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599009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Xếp hạng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144921"/>
                  </a:ext>
                </a:extLst>
              </a:tr>
              <a:tr h="26628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GĐ4. Kiểm chứng thực tế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tháng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tế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Áp dụng trên 01 nghiên cứu mới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Báo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904209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So sánh với workflow hiện tại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rộng</a:t>
                      </a:r>
                      <a:endParaRPr lang="en-US" sz="16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136050"/>
                  </a:ext>
                </a:extLst>
              </a:tr>
              <a:tr h="2662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Thu phản hồi người dùng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5266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4CFF06-4297-97FA-82D3-12222CE24561}"/>
              </a:ext>
            </a:extLst>
          </p:cNvPr>
          <p:cNvSpPr txBox="1"/>
          <p:nvPr/>
        </p:nvSpPr>
        <p:spPr>
          <a:xfrm>
            <a:off x="136976" y="5999084"/>
            <a:ext cx="11859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Recommendation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AI →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2000" b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69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1AA04-C924-BA29-F8C2-57420BF35451}"/>
              </a:ext>
            </a:extLst>
          </p:cNvPr>
          <p:cNvSpPr txBox="1"/>
          <p:nvPr/>
        </p:nvSpPr>
        <p:spPr>
          <a:xfrm>
            <a:off x="844463" y="185055"/>
            <a:ext cx="106073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 LỰC VÀ KINH PHÍ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76AD8-E195-6AFD-7FBF-BF639D5FFB7B}"/>
              </a:ext>
            </a:extLst>
          </p:cNvPr>
          <p:cNvSpPr txBox="1"/>
          <p:nvPr/>
        </p:nvSpPr>
        <p:spPr>
          <a:xfrm>
            <a:off x="273400" y="821886"/>
            <a:ext cx="6154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B93FB-DAB6-C66A-7E8A-9FD774A81890}"/>
              </a:ext>
            </a:extLst>
          </p:cNvPr>
          <p:cNvSpPr txBox="1"/>
          <p:nvPr/>
        </p:nvSpPr>
        <p:spPr>
          <a:xfrm>
            <a:off x="315685" y="4624770"/>
            <a:ext cx="12224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AI.</a:t>
            </a:r>
          </a:p>
          <a:p>
            <a:pPr>
              <a:buNone/>
            </a:pP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i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304941-5E0B-A76B-BDEF-74132BD72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938280"/>
              </p:ext>
            </p:extLst>
          </p:nvPr>
        </p:nvGraphicFramePr>
        <p:xfrm>
          <a:off x="558931" y="1366384"/>
          <a:ext cx="11525218" cy="2774950"/>
        </p:xfrm>
        <a:graphic>
          <a:graphicData uri="http://schemas.openxmlformats.org/drawingml/2006/table">
            <a:tbl>
              <a:tblPr/>
              <a:tblGrid>
                <a:gridCol w="2348062">
                  <a:extLst>
                    <a:ext uri="{9D8B030D-6E8A-4147-A177-3AD203B41FA5}">
                      <a16:colId xmlns:a16="http://schemas.microsoft.com/office/drawing/2014/main" val="4059571990"/>
                    </a:ext>
                  </a:extLst>
                </a:gridCol>
                <a:gridCol w="3465672">
                  <a:extLst>
                    <a:ext uri="{9D8B030D-6E8A-4147-A177-3AD203B41FA5}">
                      <a16:colId xmlns:a16="http://schemas.microsoft.com/office/drawing/2014/main" val="4282094256"/>
                    </a:ext>
                  </a:extLst>
                </a:gridCol>
                <a:gridCol w="2616590">
                  <a:extLst>
                    <a:ext uri="{9D8B030D-6E8A-4147-A177-3AD203B41FA5}">
                      <a16:colId xmlns:a16="http://schemas.microsoft.com/office/drawing/2014/main" val="1497843489"/>
                    </a:ext>
                  </a:extLst>
                </a:gridCol>
                <a:gridCol w="3094894">
                  <a:extLst>
                    <a:ext uri="{9D8B030D-6E8A-4147-A177-3AD203B41FA5}">
                      <a16:colId xmlns:a16="http://schemas.microsoft.com/office/drawing/2014/main" val="409997453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Hạng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mục</a:t>
                      </a:r>
                      <a:endParaRPr lang="en-US" sz="20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Cách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khai</a:t>
                      </a:r>
                      <a:endParaRPr lang="en-US" sz="20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2000" b="1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kiến</a:t>
                      </a:r>
                      <a:endParaRPr lang="en-US" sz="2000" b="1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14127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Chuẩn hóa dữ liệu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workflow,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metadata,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thư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viện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thức</a:t>
                      </a:r>
                      <a:endParaRPr lang="en-US" sz="20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bộ</a:t>
                      </a:r>
                      <a:endParaRPr lang="en-US" sz="20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 dựng sau khi hoàn thiện SOW và thống nhất phương án triển khai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8809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Prototype 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Xây bộ quy tắc, giao diện thử nghiệm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CNTT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22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Tìm kiếm ngữ nghĩa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Tích hợp Semantic Search / Embedding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cần</a:t>
                      </a:r>
                      <a:endParaRPr lang="en-US" sz="20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96948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Thử nghiệm thực tế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Áp dụng trên 01 nghiên cứu, đánh giá hiệu quả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2000" kern="1200" dirty="0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33669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bộ</a:t>
                      </a:r>
                      <a:endParaRPr lang="en-US" sz="2000" kern="1200" dirty="0"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87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41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D618-C380-9C3F-E3C6-0F25BA83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0CF2A5AF-AA78-9074-EF41-4C2F81DEE7B4}"/>
              </a:ext>
            </a:extLst>
          </p:cNvPr>
          <p:cNvSpPr/>
          <p:nvPr/>
        </p:nvSpPr>
        <p:spPr>
          <a:xfrm>
            <a:off x="-1310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6138"/>
                      </a14:imgEffect>
                      <a14:imgEffect>
                        <a14:saturation sat="262000"/>
                      </a14:imgEffect>
                    </a14:imgLayer>
                  </a14:imgProps>
                </a:ext>
              </a:extLst>
            </a:blip>
            <a:stretch>
              <a:fillRect t="-16666" b="-16666"/>
            </a:stretch>
          </a:blip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green and blue logo&#10;&#10;Description automatically generated">
            <a:extLst>
              <a:ext uri="{FF2B5EF4-FFF2-40B4-BE49-F238E27FC236}">
                <a16:creationId xmlns:a16="http://schemas.microsoft.com/office/drawing/2014/main" id="{E1196A2B-E859-4D10-6BEA-C34B6077A4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174" y="25954"/>
            <a:ext cx="1188720" cy="1214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BBDD3-7AF8-9414-C836-95857F8873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" y="25954"/>
            <a:ext cx="1188354" cy="12161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E1C857A-B330-A271-DF5B-86DAC8C8C502}"/>
              </a:ext>
            </a:extLst>
          </p:cNvPr>
          <p:cNvSpPr/>
          <p:nvPr/>
        </p:nvSpPr>
        <p:spPr>
          <a:xfrm>
            <a:off x="391683" y="1012696"/>
            <a:ext cx="12190476" cy="278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TRÂN TRỌNG CÁM ƠN !</a:t>
            </a:r>
          </a:p>
        </p:txBody>
      </p:sp>
    </p:spTree>
    <p:extLst>
      <p:ext uri="{BB962C8B-B14F-4D97-AF65-F5344CB8AC3E}">
        <p14:creationId xmlns:p14="http://schemas.microsoft.com/office/powerpoint/2010/main" val="24084646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1335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Thi Thanh Thuy KHDT</dc:creator>
  <cp:lastModifiedBy>Vu Thi Dung TTKT</cp:lastModifiedBy>
  <cp:revision>12</cp:revision>
  <dcterms:created xsi:type="dcterms:W3CDTF">2024-12-29T03:54:00Z</dcterms:created>
  <dcterms:modified xsi:type="dcterms:W3CDTF">2026-06-14T07:56:16Z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